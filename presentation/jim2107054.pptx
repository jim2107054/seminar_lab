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Canva Sans" panose="020B0604020202020204" charset="0"/>
      <p:regular r:id="rId4"/>
    </p:embeddedFont>
    <p:embeddedFont>
      <p:font typeface="Canva Sans Bold" panose="020B0604020202020204" charset="0"/>
      <p:regular r:id="rId5"/>
    </p:embeddedFont>
    <p:embeddedFont>
      <p:font typeface="Canva Sans Medium" panose="020B0604020202020204" charset="0"/>
      <p:regular r:id="rId6"/>
    </p:embeddedFont>
    <p:embeddedFont>
      <p:font typeface="Gotham Bold" panose="020B0604020202020204" charset="0"/>
      <p:regular r:id="rId7"/>
    </p:embeddedFont>
    <p:embeddedFont>
      <p:font typeface="Montserrat Ultra-Bold" panose="020B0604020202020204" charset="0"/>
      <p:regular r:id="rId8"/>
    </p:embeddedFont>
    <p:embeddedFont>
      <p:font typeface="Poppins" panose="00000500000000000000" pitchFamily="2" charset="0"/>
      <p:regular r:id="rId9"/>
      <p:boldItalic r:id="rId10"/>
    </p:embeddedFont>
    <p:embeddedFont>
      <p:font typeface="Poppins Bold" panose="00000800000000000000" charset="0"/>
      <p:regular r:id="rId11"/>
    </p:embeddedFont>
    <p:embeddedFont>
      <p:font typeface="TT For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027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21" Type="http://schemas.openxmlformats.org/officeDocument/2006/relationships/image" Target="../media/image20.svg"/><Relationship Id="rId34" Type="http://schemas.openxmlformats.org/officeDocument/2006/relationships/image" Target="../media/image33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svg"/><Relationship Id="rId37" Type="http://schemas.openxmlformats.org/officeDocument/2006/relationships/image" Target="../media/image36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sv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38.svg"/><Relationship Id="rId26" Type="http://schemas.openxmlformats.org/officeDocument/2006/relationships/image" Target="../media/image46.svg"/><Relationship Id="rId39" Type="http://schemas.openxmlformats.org/officeDocument/2006/relationships/image" Target="../media/image59.png"/><Relationship Id="rId21" Type="http://schemas.openxmlformats.org/officeDocument/2006/relationships/image" Target="../media/image41.png"/><Relationship Id="rId34" Type="http://schemas.openxmlformats.org/officeDocument/2006/relationships/image" Target="../media/image54.svg"/><Relationship Id="rId42" Type="http://schemas.openxmlformats.org/officeDocument/2006/relationships/image" Target="../media/image62.svg"/><Relationship Id="rId7" Type="http://schemas.openxmlformats.org/officeDocument/2006/relationships/image" Target="../media/image9.png"/><Relationship Id="rId2" Type="http://schemas.openxmlformats.org/officeDocument/2006/relationships/image" Target="../media/image34.png"/><Relationship Id="rId16" Type="http://schemas.openxmlformats.org/officeDocument/2006/relationships/image" Target="../media/image14.sv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7.png"/><Relationship Id="rId24" Type="http://schemas.openxmlformats.org/officeDocument/2006/relationships/image" Target="../media/image44.svg"/><Relationship Id="rId32" Type="http://schemas.openxmlformats.org/officeDocument/2006/relationships/image" Target="../media/image52.svg"/><Relationship Id="rId37" Type="http://schemas.openxmlformats.org/officeDocument/2006/relationships/image" Target="../media/image57.png"/><Relationship Id="rId40" Type="http://schemas.openxmlformats.org/officeDocument/2006/relationships/image" Target="../media/image60.svg"/><Relationship Id="rId45" Type="http://schemas.openxmlformats.org/officeDocument/2006/relationships/image" Target="../media/image65.png"/><Relationship Id="rId5" Type="http://schemas.openxmlformats.org/officeDocument/2006/relationships/image" Target="../media/image7.png"/><Relationship Id="rId15" Type="http://schemas.openxmlformats.org/officeDocument/2006/relationships/image" Target="../media/image13.png"/><Relationship Id="rId23" Type="http://schemas.openxmlformats.org/officeDocument/2006/relationships/image" Target="../media/image43.png"/><Relationship Id="rId28" Type="http://schemas.openxmlformats.org/officeDocument/2006/relationships/image" Target="../media/image48.svg"/><Relationship Id="rId36" Type="http://schemas.openxmlformats.org/officeDocument/2006/relationships/image" Target="../media/image56.svg"/><Relationship Id="rId10" Type="http://schemas.openxmlformats.org/officeDocument/2006/relationships/image" Target="../media/image16.svg"/><Relationship Id="rId19" Type="http://schemas.openxmlformats.org/officeDocument/2006/relationships/image" Target="../media/image39.png"/><Relationship Id="rId31" Type="http://schemas.openxmlformats.org/officeDocument/2006/relationships/image" Target="../media/image51.png"/><Relationship Id="rId44" Type="http://schemas.openxmlformats.org/officeDocument/2006/relationships/image" Target="../media/image64.svg"/><Relationship Id="rId4" Type="http://schemas.openxmlformats.org/officeDocument/2006/relationships/image" Target="../media/image6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Relationship Id="rId22" Type="http://schemas.openxmlformats.org/officeDocument/2006/relationships/image" Target="../media/image42.svg"/><Relationship Id="rId27" Type="http://schemas.openxmlformats.org/officeDocument/2006/relationships/image" Target="../media/image47.png"/><Relationship Id="rId30" Type="http://schemas.openxmlformats.org/officeDocument/2006/relationships/image" Target="../media/image50.svg"/><Relationship Id="rId35" Type="http://schemas.openxmlformats.org/officeDocument/2006/relationships/image" Target="../media/image55.png"/><Relationship Id="rId43" Type="http://schemas.openxmlformats.org/officeDocument/2006/relationships/image" Target="../media/image63.png"/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12" Type="http://schemas.openxmlformats.org/officeDocument/2006/relationships/image" Target="../media/image18.sv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38" Type="http://schemas.openxmlformats.org/officeDocument/2006/relationships/image" Target="../media/image58.svg"/><Relationship Id="rId46" Type="http://schemas.openxmlformats.org/officeDocument/2006/relationships/image" Target="../media/image66.svg"/><Relationship Id="rId20" Type="http://schemas.openxmlformats.org/officeDocument/2006/relationships/image" Target="../media/image40.svg"/><Relationship Id="rId41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2183756" y="6206399"/>
            <a:ext cx="0" cy="3518167"/>
          </a:xfrm>
          <a:prstGeom prst="line">
            <a:avLst/>
          </a:prstGeom>
          <a:ln w="85725" cap="rnd">
            <a:solidFill>
              <a:srgbClr val="1748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79730" y="7296344"/>
            <a:ext cx="980931" cy="980931"/>
          </a:xfrm>
          <a:custGeom>
            <a:avLst/>
            <a:gdLst/>
            <a:ahLst/>
            <a:cxnLst/>
            <a:rect l="l" t="t" r="r" b="b"/>
            <a:pathLst>
              <a:path w="980931" h="980931">
                <a:moveTo>
                  <a:pt x="0" y="0"/>
                </a:moveTo>
                <a:lnTo>
                  <a:pt x="980932" y="0"/>
                </a:lnTo>
                <a:lnTo>
                  <a:pt x="980932" y="980932"/>
                </a:lnTo>
                <a:lnTo>
                  <a:pt x="0" y="980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42849" y="7509808"/>
            <a:ext cx="454695" cy="528715"/>
          </a:xfrm>
          <a:custGeom>
            <a:avLst/>
            <a:gdLst/>
            <a:ahLst/>
            <a:cxnLst/>
            <a:rect l="l" t="t" r="r" b="b"/>
            <a:pathLst>
              <a:path w="454695" h="528715">
                <a:moveTo>
                  <a:pt x="0" y="0"/>
                </a:moveTo>
                <a:lnTo>
                  <a:pt x="454695" y="0"/>
                </a:lnTo>
                <a:lnTo>
                  <a:pt x="454695" y="528716"/>
                </a:lnTo>
                <a:lnTo>
                  <a:pt x="0" y="528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3412391" y="2660633"/>
            <a:ext cx="21147006" cy="7269283"/>
          </a:xfrm>
          <a:custGeom>
            <a:avLst/>
            <a:gdLst/>
            <a:ahLst/>
            <a:cxnLst/>
            <a:rect l="l" t="t" r="r" b="b"/>
            <a:pathLst>
              <a:path w="21147006" h="7269283">
                <a:moveTo>
                  <a:pt x="21147006" y="0"/>
                </a:moveTo>
                <a:lnTo>
                  <a:pt x="0" y="0"/>
                </a:lnTo>
                <a:lnTo>
                  <a:pt x="0" y="7269283"/>
                </a:lnTo>
                <a:lnTo>
                  <a:pt x="21147006" y="7269283"/>
                </a:lnTo>
                <a:lnTo>
                  <a:pt x="21147006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96" b="-29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3689166" y="-2127326"/>
            <a:ext cx="5418563" cy="2812226"/>
          </a:xfrm>
          <a:custGeom>
            <a:avLst/>
            <a:gdLst/>
            <a:ahLst/>
            <a:cxnLst/>
            <a:rect l="l" t="t" r="r" b="b"/>
            <a:pathLst>
              <a:path w="5418563" h="2812226">
                <a:moveTo>
                  <a:pt x="0" y="0"/>
                </a:moveTo>
                <a:lnTo>
                  <a:pt x="5418563" y="0"/>
                </a:lnTo>
                <a:lnTo>
                  <a:pt x="5418563" y="2812226"/>
                </a:lnTo>
                <a:lnTo>
                  <a:pt x="0" y="281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03448">
            <a:off x="16559554" y="-485845"/>
            <a:ext cx="1860169" cy="1904610"/>
          </a:xfrm>
          <a:custGeom>
            <a:avLst/>
            <a:gdLst/>
            <a:ahLst/>
            <a:cxnLst/>
            <a:rect l="l" t="t" r="r" b="b"/>
            <a:pathLst>
              <a:path w="1860169" h="1904610">
                <a:moveTo>
                  <a:pt x="0" y="0"/>
                </a:moveTo>
                <a:lnTo>
                  <a:pt x="1860169" y="0"/>
                </a:lnTo>
                <a:lnTo>
                  <a:pt x="1860169" y="1904610"/>
                </a:lnTo>
                <a:lnTo>
                  <a:pt x="0" y="1904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70" r="-170"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17259300" y="7096804"/>
            <a:ext cx="2057400" cy="807530"/>
          </a:xfrm>
          <a:custGeom>
            <a:avLst/>
            <a:gdLst/>
            <a:ahLst/>
            <a:cxnLst/>
            <a:rect l="l" t="t" r="r" b="b"/>
            <a:pathLst>
              <a:path w="2057400" h="807530">
                <a:moveTo>
                  <a:pt x="0" y="0"/>
                </a:moveTo>
                <a:lnTo>
                  <a:pt x="2057400" y="0"/>
                </a:lnTo>
                <a:lnTo>
                  <a:pt x="2057400" y="807530"/>
                </a:lnTo>
                <a:lnTo>
                  <a:pt x="0" y="8075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4847" b="-484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792112" y="9973203"/>
            <a:ext cx="17956546" cy="2418629"/>
          </a:xfrm>
          <a:custGeom>
            <a:avLst/>
            <a:gdLst/>
            <a:ahLst/>
            <a:cxnLst/>
            <a:rect l="l" t="t" r="r" b="b"/>
            <a:pathLst>
              <a:path w="17956546" h="2418629">
                <a:moveTo>
                  <a:pt x="0" y="0"/>
                </a:moveTo>
                <a:lnTo>
                  <a:pt x="17956546" y="0"/>
                </a:lnTo>
                <a:lnTo>
                  <a:pt x="17956546" y="2418629"/>
                </a:lnTo>
                <a:lnTo>
                  <a:pt x="0" y="24186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241498" b="-241498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321865" y="-3440125"/>
            <a:ext cx="5059505" cy="4994506"/>
          </a:xfrm>
          <a:custGeom>
            <a:avLst/>
            <a:gdLst/>
            <a:ahLst/>
            <a:cxnLst/>
            <a:rect l="l" t="t" r="r" b="b"/>
            <a:pathLst>
              <a:path w="5059505" h="4994506">
                <a:moveTo>
                  <a:pt x="0" y="0"/>
                </a:moveTo>
                <a:lnTo>
                  <a:pt x="5059506" y="0"/>
                </a:lnTo>
                <a:lnTo>
                  <a:pt x="5059506" y="4994506"/>
                </a:lnTo>
                <a:lnTo>
                  <a:pt x="0" y="49945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68234" y="385226"/>
            <a:ext cx="899017" cy="732699"/>
          </a:xfrm>
          <a:custGeom>
            <a:avLst/>
            <a:gdLst/>
            <a:ahLst/>
            <a:cxnLst/>
            <a:rect l="l" t="t" r="r" b="b"/>
            <a:pathLst>
              <a:path w="899017" h="732699">
                <a:moveTo>
                  <a:pt x="0" y="0"/>
                </a:moveTo>
                <a:lnTo>
                  <a:pt x="899017" y="0"/>
                </a:lnTo>
                <a:lnTo>
                  <a:pt x="899017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275" r="-27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186161" y="-3719540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84" r="-8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543930" y="2141166"/>
            <a:ext cx="3222711" cy="3222711"/>
          </a:xfrm>
          <a:custGeom>
            <a:avLst/>
            <a:gdLst/>
            <a:ahLst/>
            <a:cxnLst/>
            <a:rect l="l" t="t" r="r" b="b"/>
            <a:pathLst>
              <a:path w="3222711" h="3222711">
                <a:moveTo>
                  <a:pt x="0" y="0"/>
                </a:moveTo>
                <a:lnTo>
                  <a:pt x="3222711" y="0"/>
                </a:lnTo>
                <a:lnTo>
                  <a:pt x="3222711" y="3222711"/>
                </a:lnTo>
                <a:lnTo>
                  <a:pt x="0" y="322271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2880368" y="1325036"/>
            <a:ext cx="4234258" cy="4234258"/>
            <a:chOff x="6350" y="6350"/>
            <a:chExt cx="8903970" cy="8903970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8903970" cy="8903970"/>
            </a:xfrm>
            <a:custGeom>
              <a:avLst/>
              <a:gdLst/>
              <a:ahLst/>
              <a:cxnLst/>
              <a:rect l="l" t="t" r="r" b="b"/>
              <a:pathLst>
                <a:path w="8903970" h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 rot="21482988">
              <a:off x="154888" y="154890"/>
              <a:ext cx="8605619" cy="8605619"/>
            </a:xfrm>
            <a:custGeom>
              <a:avLst/>
              <a:gdLst/>
              <a:ahLst/>
              <a:cxnLst/>
              <a:rect l="l" t="t" r="r" b="b"/>
              <a:pathLst>
                <a:path w="8605618" h="8605617">
                  <a:moveTo>
                    <a:pt x="8603078" y="4449236"/>
                  </a:moveTo>
                  <a:cubicBezTo>
                    <a:pt x="8522214" y="6824029"/>
                    <a:pt x="6531177" y="8683940"/>
                    <a:pt x="4156383" y="8603077"/>
                  </a:cubicBezTo>
                  <a:cubicBezTo>
                    <a:pt x="1781590" y="8522213"/>
                    <a:pt x="-78364" y="6532445"/>
                    <a:pt x="2542" y="4156382"/>
                  </a:cubicBezTo>
                  <a:cubicBezTo>
                    <a:pt x="83449" y="1780319"/>
                    <a:pt x="2074443" y="-78322"/>
                    <a:pt x="4449237" y="2541"/>
                  </a:cubicBezTo>
                  <a:cubicBezTo>
                    <a:pt x="6824030" y="83404"/>
                    <a:pt x="8683941" y="2074442"/>
                    <a:pt x="8603078" y="4449236"/>
                  </a:cubicBezTo>
                  <a:close/>
                </a:path>
              </a:pathLst>
            </a:custGeom>
            <a:blipFill>
              <a:blip r:embed="rId24"/>
              <a:stretch>
                <a:fillRect l="-5445" t="-1671" r="-5445" b="-1672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7" name="AutoShape 17"/>
          <p:cNvSpPr/>
          <p:nvPr/>
        </p:nvSpPr>
        <p:spPr>
          <a:xfrm flipH="1">
            <a:off x="725714" y="5819093"/>
            <a:ext cx="16772552" cy="0"/>
          </a:xfrm>
          <a:prstGeom prst="line">
            <a:avLst/>
          </a:prstGeom>
          <a:ln w="19050" cap="rnd">
            <a:solidFill>
              <a:srgbClr val="174876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8726948" y="2657697"/>
            <a:ext cx="359557" cy="359557"/>
          </a:xfrm>
          <a:custGeom>
            <a:avLst/>
            <a:gdLst/>
            <a:ahLst/>
            <a:cxnLst/>
            <a:rect l="l" t="t" r="r" b="b"/>
            <a:pathLst>
              <a:path w="359557" h="359557">
                <a:moveTo>
                  <a:pt x="0" y="0"/>
                </a:moveTo>
                <a:lnTo>
                  <a:pt x="359557" y="0"/>
                </a:lnTo>
                <a:lnTo>
                  <a:pt x="359557" y="359557"/>
                </a:lnTo>
                <a:lnTo>
                  <a:pt x="0" y="35955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726948" y="3112504"/>
            <a:ext cx="385043" cy="385043"/>
          </a:xfrm>
          <a:custGeom>
            <a:avLst/>
            <a:gdLst/>
            <a:ahLst/>
            <a:cxnLst/>
            <a:rect l="l" t="t" r="r" b="b"/>
            <a:pathLst>
              <a:path w="385043" h="385043">
                <a:moveTo>
                  <a:pt x="0" y="0"/>
                </a:moveTo>
                <a:lnTo>
                  <a:pt x="385042" y="0"/>
                </a:lnTo>
                <a:lnTo>
                  <a:pt x="385042" y="385042"/>
                </a:lnTo>
                <a:lnTo>
                  <a:pt x="0" y="38504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758957" y="3638813"/>
            <a:ext cx="321023" cy="321023"/>
          </a:xfrm>
          <a:custGeom>
            <a:avLst/>
            <a:gdLst/>
            <a:ahLst/>
            <a:cxnLst/>
            <a:rect l="l" t="t" r="r" b="b"/>
            <a:pathLst>
              <a:path w="321023" h="321023">
                <a:moveTo>
                  <a:pt x="0" y="0"/>
                </a:moveTo>
                <a:lnTo>
                  <a:pt x="321024" y="0"/>
                </a:lnTo>
                <a:lnTo>
                  <a:pt x="321024" y="321023"/>
                </a:lnTo>
                <a:lnTo>
                  <a:pt x="0" y="32102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738303" y="4102711"/>
            <a:ext cx="362332" cy="308971"/>
          </a:xfrm>
          <a:custGeom>
            <a:avLst/>
            <a:gdLst/>
            <a:ahLst/>
            <a:cxnLst/>
            <a:rect l="l" t="t" r="r" b="b"/>
            <a:pathLst>
              <a:path w="362332" h="308971">
                <a:moveTo>
                  <a:pt x="0" y="0"/>
                </a:moveTo>
                <a:lnTo>
                  <a:pt x="362332" y="0"/>
                </a:lnTo>
                <a:lnTo>
                  <a:pt x="362332" y="308971"/>
                </a:lnTo>
                <a:lnTo>
                  <a:pt x="0" y="308971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726948" y="4525273"/>
            <a:ext cx="350616" cy="341054"/>
          </a:xfrm>
          <a:custGeom>
            <a:avLst/>
            <a:gdLst/>
            <a:ahLst/>
            <a:cxnLst/>
            <a:rect l="l" t="t" r="r" b="b"/>
            <a:pathLst>
              <a:path w="350616" h="341054">
                <a:moveTo>
                  <a:pt x="0" y="0"/>
                </a:moveTo>
                <a:lnTo>
                  <a:pt x="350616" y="0"/>
                </a:lnTo>
                <a:lnTo>
                  <a:pt x="350616" y="341054"/>
                </a:lnTo>
                <a:lnTo>
                  <a:pt x="0" y="34105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928602" y="6303718"/>
            <a:ext cx="2964372" cy="842287"/>
          </a:xfrm>
          <a:custGeom>
            <a:avLst/>
            <a:gdLst/>
            <a:ahLst/>
            <a:cxnLst/>
            <a:rect l="l" t="t" r="r" b="b"/>
            <a:pathLst>
              <a:path w="2964372" h="842287">
                <a:moveTo>
                  <a:pt x="0" y="0"/>
                </a:moveTo>
                <a:lnTo>
                  <a:pt x="2964372" y="0"/>
                </a:lnTo>
                <a:lnTo>
                  <a:pt x="2964372" y="842287"/>
                </a:lnTo>
                <a:lnTo>
                  <a:pt x="0" y="84228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alphaModFix amt="53000"/>
            </a:blip>
            <a:stretch>
              <a:fillRect r="-43371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2278860" y="6066338"/>
            <a:ext cx="2533382" cy="1079667"/>
            <a:chOff x="0" y="0"/>
            <a:chExt cx="867966" cy="3699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7966" cy="369906"/>
            </a:xfrm>
            <a:custGeom>
              <a:avLst/>
              <a:gdLst/>
              <a:ahLst/>
              <a:cxnLst/>
              <a:rect l="l" t="t" r="r" b="b"/>
              <a:pathLst>
                <a:path w="867966" h="369906">
                  <a:moveTo>
                    <a:pt x="61119" y="0"/>
                  </a:moveTo>
                  <a:lnTo>
                    <a:pt x="806846" y="0"/>
                  </a:lnTo>
                  <a:cubicBezTo>
                    <a:pt x="840602" y="0"/>
                    <a:pt x="867966" y="27364"/>
                    <a:pt x="867966" y="61119"/>
                  </a:cubicBezTo>
                  <a:lnTo>
                    <a:pt x="867966" y="308787"/>
                  </a:lnTo>
                  <a:cubicBezTo>
                    <a:pt x="867966" y="342542"/>
                    <a:pt x="840602" y="369906"/>
                    <a:pt x="806846" y="369906"/>
                  </a:cubicBezTo>
                  <a:lnTo>
                    <a:pt x="61119" y="369906"/>
                  </a:lnTo>
                  <a:cubicBezTo>
                    <a:pt x="44909" y="369906"/>
                    <a:pt x="29363" y="363467"/>
                    <a:pt x="17901" y="352005"/>
                  </a:cubicBezTo>
                  <a:cubicBezTo>
                    <a:pt x="6439" y="340543"/>
                    <a:pt x="0" y="324997"/>
                    <a:pt x="0" y="308787"/>
                  </a:cubicBezTo>
                  <a:lnTo>
                    <a:pt x="0" y="61119"/>
                  </a:lnTo>
                  <a:cubicBezTo>
                    <a:pt x="0" y="27364"/>
                    <a:pt x="27364" y="0"/>
                    <a:pt x="611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67966" cy="408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84971" y="6195757"/>
            <a:ext cx="816619" cy="950247"/>
            <a:chOff x="0" y="0"/>
            <a:chExt cx="6985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21977"/>
              <a:ext cx="698500" cy="768847"/>
            </a:xfrm>
            <a:custGeom>
              <a:avLst/>
              <a:gdLst/>
              <a:ahLst/>
              <a:cxnLst/>
              <a:rect l="l" t="t" r="r" b="b"/>
              <a:pathLst>
                <a:path w="698500" h="768847">
                  <a:moveTo>
                    <a:pt x="419671" y="18995"/>
                  </a:moveTo>
                  <a:lnTo>
                    <a:pt x="628079" y="140251"/>
                  </a:lnTo>
                  <a:cubicBezTo>
                    <a:pt x="671678" y="165618"/>
                    <a:pt x="698500" y="212254"/>
                    <a:pt x="698500" y="262696"/>
                  </a:cubicBezTo>
                  <a:lnTo>
                    <a:pt x="698500" y="506150"/>
                  </a:lnTo>
                  <a:cubicBezTo>
                    <a:pt x="698500" y="556592"/>
                    <a:pt x="671678" y="603228"/>
                    <a:pt x="628079" y="628595"/>
                  </a:cubicBezTo>
                  <a:lnTo>
                    <a:pt x="419671" y="749851"/>
                  </a:lnTo>
                  <a:cubicBezTo>
                    <a:pt x="376140" y="775178"/>
                    <a:pt x="322360" y="775178"/>
                    <a:pt x="278829" y="749851"/>
                  </a:cubicBezTo>
                  <a:lnTo>
                    <a:pt x="70421" y="628595"/>
                  </a:lnTo>
                  <a:cubicBezTo>
                    <a:pt x="26822" y="603228"/>
                    <a:pt x="0" y="556592"/>
                    <a:pt x="0" y="506150"/>
                  </a:cubicBezTo>
                  <a:lnTo>
                    <a:pt x="0" y="262696"/>
                  </a:lnTo>
                  <a:cubicBezTo>
                    <a:pt x="0" y="212254"/>
                    <a:pt x="26822" y="165618"/>
                    <a:pt x="70421" y="140251"/>
                  </a:cubicBezTo>
                  <a:lnTo>
                    <a:pt x="278829" y="18995"/>
                  </a:lnTo>
                  <a:cubicBezTo>
                    <a:pt x="322360" y="-6332"/>
                    <a:pt x="376140" y="-6332"/>
                    <a:pt x="419671" y="18995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905996" y="6340701"/>
            <a:ext cx="574570" cy="669077"/>
          </a:xfrm>
          <a:custGeom>
            <a:avLst/>
            <a:gdLst/>
            <a:ahLst/>
            <a:cxnLst/>
            <a:rect l="l" t="t" r="r" b="b"/>
            <a:pathLst>
              <a:path w="574570" h="669077">
                <a:moveTo>
                  <a:pt x="0" y="0"/>
                </a:moveTo>
                <a:lnTo>
                  <a:pt x="574570" y="0"/>
                </a:lnTo>
                <a:lnTo>
                  <a:pt x="574570" y="669077"/>
                </a:lnTo>
                <a:lnTo>
                  <a:pt x="0" y="66907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31" name="AutoShape 31"/>
          <p:cNvSpPr/>
          <p:nvPr/>
        </p:nvSpPr>
        <p:spPr>
          <a:xfrm flipH="1" flipV="1">
            <a:off x="11562357" y="6206399"/>
            <a:ext cx="0" cy="3518167"/>
          </a:xfrm>
          <a:prstGeom prst="line">
            <a:avLst/>
          </a:prstGeom>
          <a:ln w="19050" cap="rnd">
            <a:solidFill>
              <a:srgbClr val="174876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32" name="TextBox 32"/>
          <p:cNvSpPr txBox="1"/>
          <p:nvPr/>
        </p:nvSpPr>
        <p:spPr>
          <a:xfrm>
            <a:off x="8624705" y="1264866"/>
            <a:ext cx="696024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MD Jahid Hasan Jim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44461" y="2066300"/>
            <a:ext cx="5064461" cy="38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2199" spc="39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CSE Undergraduate, KUET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3896" y="9561688"/>
            <a:ext cx="6687186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7161C"/>
                </a:solidFill>
                <a:latin typeface="Canva Sans"/>
                <a:ea typeface="Canva Sans"/>
                <a:cs typeface="Canva Sans"/>
                <a:sym typeface="Canva Sans"/>
              </a:rPr>
              <a:t>28/01/2026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298520" y="9561688"/>
            <a:ext cx="313641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7161C"/>
                </a:solidFill>
                <a:latin typeface="Canva Sans"/>
                <a:ea typeface="Canva Sans"/>
                <a:cs typeface="Canva Sans"/>
                <a:sym typeface="Canva Sans"/>
              </a:rPr>
              <a:t>01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37326" y="2652691"/>
            <a:ext cx="1466850" cy="32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800" spc="32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01581705456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237326" y="3120240"/>
            <a:ext cx="3979664" cy="32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800" spc="32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mdjahidhasanjim277@gmail.com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237326" y="3591188"/>
            <a:ext cx="1293019" cy="32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800" spc="32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jim2107054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237326" y="4072411"/>
            <a:ext cx="2478732" cy="32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800" spc="32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md-jahid-hasan-jim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237326" y="4516013"/>
            <a:ext cx="2532162" cy="32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800" spc="32" dirty="0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Rangpur, Bangladesh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21473" y="6492986"/>
            <a:ext cx="2130765" cy="56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9"/>
              </a:lnSpc>
              <a:spcBef>
                <a:spcPct val="0"/>
              </a:spcBef>
            </a:pPr>
            <a:r>
              <a:rPr lang="en-US" sz="1220" dirty="0"/>
              <a:t>Building strong computer science fundamentals for real-world problem solving.</a:t>
            </a:r>
            <a:endParaRPr lang="en-US" sz="122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742035" y="6092436"/>
            <a:ext cx="2587972" cy="43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1"/>
              </a:lnSpc>
              <a:spcBef>
                <a:spcPct val="0"/>
              </a:spcBef>
            </a:pPr>
            <a:r>
              <a:rPr lang="en-US" sz="2515" b="1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Education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588031" y="6961201"/>
            <a:ext cx="7791369" cy="132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5"/>
              </a:lnSpc>
            </a:pPr>
            <a:endParaRPr dirty="0"/>
          </a:p>
          <a:p>
            <a:pPr algn="l">
              <a:lnSpc>
                <a:spcPts val="2799"/>
              </a:lnSpc>
            </a:pPr>
            <a:r>
              <a:rPr lang="en-US" sz="2099" b="1" spc="35" dirty="0">
                <a:solidFill>
                  <a:srgbClr val="052A47"/>
                </a:solidFill>
                <a:latin typeface="Poppins Bold"/>
                <a:ea typeface="Poppins Bold"/>
                <a:cs typeface="Poppins Bold"/>
                <a:sym typeface="Poppins Bold"/>
              </a:rPr>
              <a:t>Khulna University of Engineering and Technology</a:t>
            </a:r>
          </a:p>
          <a:p>
            <a:pPr algn="l">
              <a:lnSpc>
                <a:spcPts val="2532"/>
              </a:lnSpc>
            </a:pPr>
            <a:r>
              <a:rPr lang="en-US" sz="1899" spc="32" dirty="0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Bachelor of Science - BSc, Computer Science</a:t>
            </a:r>
          </a:p>
          <a:p>
            <a:pPr algn="l">
              <a:lnSpc>
                <a:spcPts val="2533"/>
              </a:lnSpc>
            </a:pPr>
            <a:r>
              <a:rPr lang="en-US" sz="1899" spc="33" dirty="0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Jan 2023 - Present</a:t>
            </a:r>
          </a:p>
        </p:txBody>
      </p:sp>
      <p:sp>
        <p:nvSpPr>
          <p:cNvPr id="44" name="Freeform 44"/>
          <p:cNvSpPr/>
          <p:nvPr/>
        </p:nvSpPr>
        <p:spPr>
          <a:xfrm>
            <a:off x="1679730" y="8535592"/>
            <a:ext cx="980931" cy="980931"/>
          </a:xfrm>
          <a:custGeom>
            <a:avLst/>
            <a:gdLst/>
            <a:ahLst/>
            <a:cxnLst/>
            <a:rect l="l" t="t" r="r" b="b"/>
            <a:pathLst>
              <a:path w="980931" h="980931">
                <a:moveTo>
                  <a:pt x="0" y="0"/>
                </a:moveTo>
                <a:lnTo>
                  <a:pt x="980932" y="0"/>
                </a:lnTo>
                <a:lnTo>
                  <a:pt x="980932" y="980932"/>
                </a:lnTo>
                <a:lnTo>
                  <a:pt x="0" y="980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942849" y="8749056"/>
            <a:ext cx="454695" cy="528715"/>
          </a:xfrm>
          <a:custGeom>
            <a:avLst/>
            <a:gdLst/>
            <a:ahLst/>
            <a:cxnLst/>
            <a:rect l="l" t="t" r="r" b="b"/>
            <a:pathLst>
              <a:path w="454695" h="528715">
                <a:moveTo>
                  <a:pt x="0" y="0"/>
                </a:moveTo>
                <a:lnTo>
                  <a:pt x="454695" y="0"/>
                </a:lnTo>
                <a:lnTo>
                  <a:pt x="454695" y="528716"/>
                </a:lnTo>
                <a:lnTo>
                  <a:pt x="0" y="528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2588031" y="8200449"/>
            <a:ext cx="7791369" cy="132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5"/>
              </a:lnSpc>
            </a:pPr>
            <a:endParaRPr/>
          </a:p>
          <a:p>
            <a:pPr algn="l">
              <a:lnSpc>
                <a:spcPts val="2799"/>
              </a:lnSpc>
            </a:pPr>
            <a:r>
              <a:rPr lang="en-US" sz="2099" b="1" spc="35">
                <a:solidFill>
                  <a:srgbClr val="052A47"/>
                </a:solidFill>
                <a:latin typeface="Poppins Bold"/>
                <a:ea typeface="Poppins Bold"/>
                <a:cs typeface="Poppins Bold"/>
                <a:sym typeface="Poppins Bold"/>
              </a:rPr>
              <a:t>Chilmari Government College </a:t>
            </a:r>
          </a:p>
          <a:p>
            <a:pPr algn="l">
              <a:lnSpc>
                <a:spcPts val="2532"/>
              </a:lnSpc>
            </a:pPr>
            <a:r>
              <a:rPr lang="en-US" sz="1899" spc="32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Higher Secondary Certificate (H.S.C.) , Science</a:t>
            </a:r>
          </a:p>
          <a:p>
            <a:pPr algn="l">
              <a:lnSpc>
                <a:spcPts val="2533"/>
              </a:lnSpc>
            </a:pPr>
            <a:r>
              <a:rPr lang="en-US" sz="1899" spc="33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Oct 2019 - Dec 2021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733807" y="6320315"/>
            <a:ext cx="7791369" cy="615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599" b="1" spc="63">
                <a:solidFill>
                  <a:srgbClr val="052A47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769487" y="6970726"/>
            <a:ext cx="7791369" cy="70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2099" spc="35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Android, iOS, Web app , </a:t>
            </a:r>
          </a:p>
          <a:p>
            <a:pPr algn="just">
              <a:lnSpc>
                <a:spcPts val="2799"/>
              </a:lnSpc>
            </a:pPr>
            <a:r>
              <a:rPr lang="en-US" sz="2099" spc="37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Desktop App Development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733807" y="7902316"/>
            <a:ext cx="7791369" cy="615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599" b="1" spc="63">
                <a:solidFill>
                  <a:srgbClr val="052A47"/>
                </a:solidFill>
                <a:latin typeface="Poppins Bold"/>
                <a:ea typeface="Poppins Bold"/>
                <a:cs typeface="Poppins Bold"/>
                <a:sym typeface="Poppins Bold"/>
              </a:rPr>
              <a:t>Core Concepts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769487" y="8550865"/>
            <a:ext cx="7791369" cy="70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2099" spc="35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Programming, Algorithms, Database, </a:t>
            </a:r>
          </a:p>
          <a:p>
            <a:pPr algn="just">
              <a:lnSpc>
                <a:spcPts val="2799"/>
              </a:lnSpc>
            </a:pPr>
            <a:r>
              <a:rPr lang="en-US" sz="2099" spc="37">
                <a:solidFill>
                  <a:srgbClr val="052A47"/>
                </a:solidFill>
                <a:latin typeface="Poppins"/>
                <a:ea typeface="Poppins"/>
                <a:cs typeface="Poppins"/>
                <a:sym typeface="Poppins"/>
              </a:rPr>
              <a:t>System Design, Statistics.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6" grpId="0"/>
      <p:bldP spid="47" grpId="0"/>
      <p:bldP spid="48" grpId="0"/>
      <p:bldP spid="49" grpId="0"/>
      <p:bldP spid="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99911" y="1034098"/>
            <a:ext cx="3548717" cy="1008321"/>
          </a:xfrm>
          <a:custGeom>
            <a:avLst/>
            <a:gdLst/>
            <a:ahLst/>
            <a:cxnLst/>
            <a:rect l="l" t="t" r="r" b="b"/>
            <a:pathLst>
              <a:path w="3548717" h="1008321">
                <a:moveTo>
                  <a:pt x="0" y="0"/>
                </a:moveTo>
                <a:lnTo>
                  <a:pt x="3548717" y="0"/>
                </a:lnTo>
                <a:lnTo>
                  <a:pt x="3548717" y="1008321"/>
                </a:lnTo>
                <a:lnTo>
                  <a:pt x="0" y="1008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r="-4337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83540" y="751575"/>
            <a:ext cx="2215948" cy="1053755"/>
          </a:xfrm>
          <a:custGeom>
            <a:avLst/>
            <a:gdLst/>
            <a:ahLst/>
            <a:cxnLst/>
            <a:rect l="l" t="t" r="r" b="b"/>
            <a:pathLst>
              <a:path w="2215948" h="1053755">
                <a:moveTo>
                  <a:pt x="0" y="0"/>
                </a:moveTo>
                <a:lnTo>
                  <a:pt x="2215948" y="0"/>
                </a:lnTo>
                <a:lnTo>
                  <a:pt x="2215948" y="1053756"/>
                </a:lnTo>
                <a:lnTo>
                  <a:pt x="0" y="1053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-163986" r="-114805" b="-5786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87629" y="1054455"/>
            <a:ext cx="3515195" cy="998796"/>
          </a:xfrm>
          <a:custGeom>
            <a:avLst/>
            <a:gdLst/>
            <a:ahLst/>
            <a:cxnLst/>
            <a:rect l="l" t="t" r="r" b="b"/>
            <a:pathLst>
              <a:path w="3515195" h="998796">
                <a:moveTo>
                  <a:pt x="0" y="0"/>
                </a:moveTo>
                <a:lnTo>
                  <a:pt x="3515195" y="0"/>
                </a:lnTo>
                <a:lnTo>
                  <a:pt x="3515195" y="998796"/>
                </a:lnTo>
                <a:lnTo>
                  <a:pt x="0" y="99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r="-4337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253277" y="889510"/>
            <a:ext cx="3548717" cy="1008321"/>
          </a:xfrm>
          <a:custGeom>
            <a:avLst/>
            <a:gdLst/>
            <a:ahLst/>
            <a:cxnLst/>
            <a:rect l="l" t="t" r="r" b="b"/>
            <a:pathLst>
              <a:path w="3548717" h="1008321">
                <a:moveTo>
                  <a:pt x="0" y="0"/>
                </a:moveTo>
                <a:lnTo>
                  <a:pt x="3548718" y="0"/>
                </a:lnTo>
                <a:lnTo>
                  <a:pt x="3548718" y="1008320"/>
                </a:lnTo>
                <a:lnTo>
                  <a:pt x="0" y="1008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r="-43371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309599" y="684900"/>
            <a:ext cx="2920849" cy="1244796"/>
            <a:chOff x="0" y="0"/>
            <a:chExt cx="867966" cy="3699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7966" cy="369906"/>
            </a:xfrm>
            <a:custGeom>
              <a:avLst/>
              <a:gdLst/>
              <a:ahLst/>
              <a:cxnLst/>
              <a:rect l="l" t="t" r="r" b="b"/>
              <a:pathLst>
                <a:path w="867966" h="369906">
                  <a:moveTo>
                    <a:pt x="53011" y="0"/>
                  </a:moveTo>
                  <a:lnTo>
                    <a:pt x="814954" y="0"/>
                  </a:lnTo>
                  <a:cubicBezTo>
                    <a:pt x="829014" y="0"/>
                    <a:pt x="842498" y="5585"/>
                    <a:pt x="852439" y="15527"/>
                  </a:cubicBezTo>
                  <a:cubicBezTo>
                    <a:pt x="862381" y="25468"/>
                    <a:pt x="867966" y="38952"/>
                    <a:pt x="867966" y="53011"/>
                  </a:cubicBezTo>
                  <a:lnTo>
                    <a:pt x="867966" y="316895"/>
                  </a:lnTo>
                  <a:cubicBezTo>
                    <a:pt x="867966" y="346172"/>
                    <a:pt x="844232" y="369906"/>
                    <a:pt x="814954" y="369906"/>
                  </a:cubicBezTo>
                  <a:lnTo>
                    <a:pt x="53011" y="369906"/>
                  </a:lnTo>
                  <a:cubicBezTo>
                    <a:pt x="38952" y="369906"/>
                    <a:pt x="25468" y="364321"/>
                    <a:pt x="15527" y="354380"/>
                  </a:cubicBezTo>
                  <a:cubicBezTo>
                    <a:pt x="5585" y="344438"/>
                    <a:pt x="0" y="330954"/>
                    <a:pt x="0" y="316895"/>
                  </a:cubicBezTo>
                  <a:lnTo>
                    <a:pt x="0" y="53011"/>
                  </a:lnTo>
                  <a:cubicBezTo>
                    <a:pt x="0" y="38952"/>
                    <a:pt x="5585" y="25468"/>
                    <a:pt x="15527" y="15527"/>
                  </a:cubicBezTo>
                  <a:cubicBezTo>
                    <a:pt x="25468" y="5585"/>
                    <a:pt x="38952" y="0"/>
                    <a:pt x="530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67966" cy="408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18103" y="684900"/>
            <a:ext cx="1792754" cy="86456"/>
            <a:chOff x="0" y="0"/>
            <a:chExt cx="532738" cy="256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2738" cy="25691"/>
            </a:xfrm>
            <a:custGeom>
              <a:avLst/>
              <a:gdLst/>
              <a:ahLst/>
              <a:cxnLst/>
              <a:rect l="l" t="t" r="r" b="b"/>
              <a:pathLst>
                <a:path w="532738" h="25691">
                  <a:moveTo>
                    <a:pt x="12846" y="0"/>
                  </a:moveTo>
                  <a:lnTo>
                    <a:pt x="519893" y="0"/>
                  </a:lnTo>
                  <a:cubicBezTo>
                    <a:pt x="523300" y="0"/>
                    <a:pt x="526567" y="1353"/>
                    <a:pt x="528976" y="3762"/>
                  </a:cubicBezTo>
                  <a:cubicBezTo>
                    <a:pt x="531385" y="6171"/>
                    <a:pt x="532738" y="9439"/>
                    <a:pt x="532738" y="12846"/>
                  </a:cubicBezTo>
                  <a:lnTo>
                    <a:pt x="532738" y="12846"/>
                  </a:lnTo>
                  <a:cubicBezTo>
                    <a:pt x="532738" y="16253"/>
                    <a:pt x="531385" y="19520"/>
                    <a:pt x="528976" y="21929"/>
                  </a:cubicBezTo>
                  <a:cubicBezTo>
                    <a:pt x="526567" y="24338"/>
                    <a:pt x="523300" y="25691"/>
                    <a:pt x="519893" y="25691"/>
                  </a:cubicBezTo>
                  <a:lnTo>
                    <a:pt x="12846" y="25691"/>
                  </a:lnTo>
                  <a:cubicBezTo>
                    <a:pt x="9439" y="25691"/>
                    <a:pt x="6171" y="24338"/>
                    <a:pt x="3762" y="21929"/>
                  </a:cubicBezTo>
                  <a:cubicBezTo>
                    <a:pt x="1353" y="19520"/>
                    <a:pt x="0" y="16253"/>
                    <a:pt x="0" y="12846"/>
                  </a:cubicBezTo>
                  <a:lnTo>
                    <a:pt x="0" y="12846"/>
                  </a:lnTo>
                  <a:cubicBezTo>
                    <a:pt x="0" y="9439"/>
                    <a:pt x="1353" y="6171"/>
                    <a:pt x="3762" y="3762"/>
                  </a:cubicBezTo>
                  <a:cubicBezTo>
                    <a:pt x="6171" y="1353"/>
                    <a:pt x="9439" y="0"/>
                    <a:pt x="12846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32738" cy="63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16133" y="781757"/>
            <a:ext cx="941517" cy="1095583"/>
            <a:chOff x="0" y="0"/>
            <a:chExt cx="6985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19061"/>
              <a:ext cx="698500" cy="774677"/>
            </a:xfrm>
            <a:custGeom>
              <a:avLst/>
              <a:gdLst/>
              <a:ahLst/>
              <a:cxnLst/>
              <a:rect l="l" t="t" r="r" b="b"/>
              <a:pathLst>
                <a:path w="698500" h="774677">
                  <a:moveTo>
                    <a:pt x="410329" y="16476"/>
                  </a:moveTo>
                  <a:lnTo>
                    <a:pt x="637421" y="148602"/>
                  </a:lnTo>
                  <a:cubicBezTo>
                    <a:pt x="675236" y="170604"/>
                    <a:pt x="698500" y="211054"/>
                    <a:pt x="698500" y="254804"/>
                  </a:cubicBezTo>
                  <a:lnTo>
                    <a:pt x="698500" y="519874"/>
                  </a:lnTo>
                  <a:cubicBezTo>
                    <a:pt x="698500" y="563624"/>
                    <a:pt x="675236" y="604074"/>
                    <a:pt x="637421" y="626076"/>
                  </a:cubicBezTo>
                  <a:lnTo>
                    <a:pt x="410329" y="758202"/>
                  </a:lnTo>
                  <a:cubicBezTo>
                    <a:pt x="372572" y="780170"/>
                    <a:pt x="325928" y="780170"/>
                    <a:pt x="288171" y="758202"/>
                  </a:cubicBezTo>
                  <a:lnTo>
                    <a:pt x="61079" y="626076"/>
                  </a:lnTo>
                  <a:cubicBezTo>
                    <a:pt x="23264" y="604074"/>
                    <a:pt x="0" y="563624"/>
                    <a:pt x="0" y="519874"/>
                  </a:cubicBezTo>
                  <a:lnTo>
                    <a:pt x="0" y="254804"/>
                  </a:lnTo>
                  <a:cubicBezTo>
                    <a:pt x="0" y="211054"/>
                    <a:pt x="23264" y="170604"/>
                    <a:pt x="61079" y="148602"/>
                  </a:cubicBezTo>
                  <a:lnTo>
                    <a:pt x="288171" y="16476"/>
                  </a:lnTo>
                  <a:cubicBezTo>
                    <a:pt x="325928" y="-5492"/>
                    <a:pt x="372572" y="-5492"/>
                    <a:pt x="410329" y="16476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flipH="1">
            <a:off x="-1968467" y="1285596"/>
            <a:ext cx="21147006" cy="7269283"/>
          </a:xfrm>
          <a:custGeom>
            <a:avLst/>
            <a:gdLst/>
            <a:ahLst/>
            <a:cxnLst/>
            <a:rect l="l" t="t" r="r" b="b"/>
            <a:pathLst>
              <a:path w="21147006" h="7269283">
                <a:moveTo>
                  <a:pt x="21147006" y="0"/>
                </a:moveTo>
                <a:lnTo>
                  <a:pt x="0" y="0"/>
                </a:lnTo>
                <a:lnTo>
                  <a:pt x="0" y="7269283"/>
                </a:lnTo>
                <a:lnTo>
                  <a:pt x="21147006" y="7269283"/>
                </a:lnTo>
                <a:lnTo>
                  <a:pt x="21147006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6" b="-296"/>
            </a:stretch>
          </a:blipFill>
        </p:spPr>
      </p:sp>
      <p:sp>
        <p:nvSpPr>
          <p:cNvPr id="16" name="AutoShape 16"/>
          <p:cNvSpPr/>
          <p:nvPr/>
        </p:nvSpPr>
        <p:spPr>
          <a:xfrm flipH="1">
            <a:off x="1376478" y="1929696"/>
            <a:ext cx="2585271" cy="342189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flipH="1" flipV="1">
            <a:off x="4025644" y="1929696"/>
            <a:ext cx="2476368" cy="342189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3991514" y="1961644"/>
            <a:ext cx="9233" cy="333509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15175817" y="-1582900"/>
            <a:ext cx="5418563" cy="2812226"/>
          </a:xfrm>
          <a:custGeom>
            <a:avLst/>
            <a:gdLst/>
            <a:ahLst/>
            <a:cxnLst/>
            <a:rect l="l" t="t" r="r" b="b"/>
            <a:pathLst>
              <a:path w="5418563" h="2812226">
                <a:moveTo>
                  <a:pt x="0" y="0"/>
                </a:moveTo>
                <a:lnTo>
                  <a:pt x="5418563" y="0"/>
                </a:lnTo>
                <a:lnTo>
                  <a:pt x="5418563" y="2812227"/>
                </a:lnTo>
                <a:lnTo>
                  <a:pt x="0" y="28122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0" name="Freeform 20"/>
          <p:cNvSpPr/>
          <p:nvPr/>
        </p:nvSpPr>
        <p:spPr>
          <a:xfrm rot="2203448">
            <a:off x="16933526" y="-182380"/>
            <a:ext cx="1860169" cy="1904610"/>
          </a:xfrm>
          <a:custGeom>
            <a:avLst/>
            <a:gdLst/>
            <a:ahLst/>
            <a:cxnLst/>
            <a:rect l="l" t="t" r="r" b="b"/>
            <a:pathLst>
              <a:path w="1860169" h="1904610">
                <a:moveTo>
                  <a:pt x="0" y="0"/>
                </a:moveTo>
                <a:lnTo>
                  <a:pt x="1860169" y="0"/>
                </a:lnTo>
                <a:lnTo>
                  <a:pt x="1860169" y="1904610"/>
                </a:lnTo>
                <a:lnTo>
                  <a:pt x="0" y="19046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70" r="-170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4143653" y="-3543171"/>
            <a:ext cx="5059505" cy="4994506"/>
          </a:xfrm>
          <a:custGeom>
            <a:avLst/>
            <a:gdLst/>
            <a:ahLst/>
            <a:cxnLst/>
            <a:rect l="l" t="t" r="r" b="b"/>
            <a:pathLst>
              <a:path w="5059505" h="4994506">
                <a:moveTo>
                  <a:pt x="0" y="0"/>
                </a:moveTo>
                <a:lnTo>
                  <a:pt x="5059506" y="0"/>
                </a:lnTo>
                <a:lnTo>
                  <a:pt x="5059506" y="4994506"/>
                </a:lnTo>
                <a:lnTo>
                  <a:pt x="0" y="4994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68234" y="385226"/>
            <a:ext cx="899017" cy="732699"/>
          </a:xfrm>
          <a:custGeom>
            <a:avLst/>
            <a:gdLst/>
            <a:ahLst/>
            <a:cxnLst/>
            <a:rect l="l" t="t" r="r" b="b"/>
            <a:pathLst>
              <a:path w="899017" h="732699">
                <a:moveTo>
                  <a:pt x="0" y="0"/>
                </a:moveTo>
                <a:lnTo>
                  <a:pt x="899017" y="0"/>
                </a:lnTo>
                <a:lnTo>
                  <a:pt x="899017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75" r="-275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603068" y="-3729574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4" r="-84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1613900" y="10099440"/>
            <a:ext cx="17956546" cy="2418629"/>
          </a:xfrm>
          <a:custGeom>
            <a:avLst/>
            <a:gdLst/>
            <a:ahLst/>
            <a:cxnLst/>
            <a:rect l="l" t="t" r="r" b="b"/>
            <a:pathLst>
              <a:path w="17956546" h="2418629">
                <a:moveTo>
                  <a:pt x="0" y="0"/>
                </a:moveTo>
                <a:lnTo>
                  <a:pt x="17956546" y="0"/>
                </a:lnTo>
                <a:lnTo>
                  <a:pt x="17956546" y="2418629"/>
                </a:lnTo>
                <a:lnTo>
                  <a:pt x="0" y="241862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t="-241498" b="-241498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770146" y="5478083"/>
            <a:ext cx="3548717" cy="1008321"/>
          </a:xfrm>
          <a:custGeom>
            <a:avLst/>
            <a:gdLst/>
            <a:ahLst/>
            <a:cxnLst/>
            <a:rect l="l" t="t" r="r" b="b"/>
            <a:pathLst>
              <a:path w="3548717" h="1008321">
                <a:moveTo>
                  <a:pt x="0" y="0"/>
                </a:moveTo>
                <a:lnTo>
                  <a:pt x="3548718" y="0"/>
                </a:lnTo>
                <a:lnTo>
                  <a:pt x="3548718" y="1008321"/>
                </a:lnTo>
                <a:lnTo>
                  <a:pt x="0" y="1008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r="-43371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853775" y="5619254"/>
            <a:ext cx="2215948" cy="133778"/>
          </a:xfrm>
          <a:custGeom>
            <a:avLst/>
            <a:gdLst/>
            <a:ahLst/>
            <a:cxnLst/>
            <a:rect l="l" t="t" r="r" b="b"/>
            <a:pathLst>
              <a:path w="2215948" h="133778">
                <a:moveTo>
                  <a:pt x="0" y="0"/>
                </a:moveTo>
                <a:lnTo>
                  <a:pt x="2215948" y="0"/>
                </a:lnTo>
                <a:lnTo>
                  <a:pt x="2215948" y="133778"/>
                </a:lnTo>
                <a:lnTo>
                  <a:pt x="0" y="13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-163986" t="-687687" r="-114805" b="-455790"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2279834" y="5267802"/>
            <a:ext cx="2920849" cy="1244796"/>
            <a:chOff x="0" y="0"/>
            <a:chExt cx="867966" cy="3699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67966" cy="369906"/>
            </a:xfrm>
            <a:custGeom>
              <a:avLst/>
              <a:gdLst/>
              <a:ahLst/>
              <a:cxnLst/>
              <a:rect l="l" t="t" r="r" b="b"/>
              <a:pathLst>
                <a:path w="867966" h="369906">
                  <a:moveTo>
                    <a:pt x="53011" y="0"/>
                  </a:moveTo>
                  <a:lnTo>
                    <a:pt x="814954" y="0"/>
                  </a:lnTo>
                  <a:cubicBezTo>
                    <a:pt x="829014" y="0"/>
                    <a:pt x="842498" y="5585"/>
                    <a:pt x="852439" y="15527"/>
                  </a:cubicBezTo>
                  <a:cubicBezTo>
                    <a:pt x="862381" y="25468"/>
                    <a:pt x="867966" y="38952"/>
                    <a:pt x="867966" y="53011"/>
                  </a:cubicBezTo>
                  <a:lnTo>
                    <a:pt x="867966" y="316895"/>
                  </a:lnTo>
                  <a:cubicBezTo>
                    <a:pt x="867966" y="346172"/>
                    <a:pt x="844232" y="369906"/>
                    <a:pt x="814954" y="369906"/>
                  </a:cubicBezTo>
                  <a:lnTo>
                    <a:pt x="53011" y="369906"/>
                  </a:lnTo>
                  <a:cubicBezTo>
                    <a:pt x="38952" y="369906"/>
                    <a:pt x="25468" y="364321"/>
                    <a:pt x="15527" y="354380"/>
                  </a:cubicBezTo>
                  <a:cubicBezTo>
                    <a:pt x="5585" y="344438"/>
                    <a:pt x="0" y="330954"/>
                    <a:pt x="0" y="316895"/>
                  </a:cubicBezTo>
                  <a:lnTo>
                    <a:pt x="0" y="53011"/>
                  </a:lnTo>
                  <a:cubicBezTo>
                    <a:pt x="0" y="38952"/>
                    <a:pt x="5585" y="25468"/>
                    <a:pt x="15527" y="15527"/>
                  </a:cubicBezTo>
                  <a:cubicBezTo>
                    <a:pt x="25468" y="5585"/>
                    <a:pt x="38952" y="0"/>
                    <a:pt x="530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67966" cy="408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888339" y="5267802"/>
            <a:ext cx="1792754" cy="86456"/>
            <a:chOff x="0" y="0"/>
            <a:chExt cx="532738" cy="2569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2738" cy="25691"/>
            </a:xfrm>
            <a:custGeom>
              <a:avLst/>
              <a:gdLst/>
              <a:ahLst/>
              <a:cxnLst/>
              <a:rect l="l" t="t" r="r" b="b"/>
              <a:pathLst>
                <a:path w="532738" h="25691">
                  <a:moveTo>
                    <a:pt x="12846" y="0"/>
                  </a:moveTo>
                  <a:lnTo>
                    <a:pt x="519893" y="0"/>
                  </a:lnTo>
                  <a:cubicBezTo>
                    <a:pt x="523300" y="0"/>
                    <a:pt x="526567" y="1353"/>
                    <a:pt x="528976" y="3762"/>
                  </a:cubicBezTo>
                  <a:cubicBezTo>
                    <a:pt x="531385" y="6171"/>
                    <a:pt x="532738" y="9439"/>
                    <a:pt x="532738" y="12846"/>
                  </a:cubicBezTo>
                  <a:lnTo>
                    <a:pt x="532738" y="12846"/>
                  </a:lnTo>
                  <a:cubicBezTo>
                    <a:pt x="532738" y="16253"/>
                    <a:pt x="531385" y="19520"/>
                    <a:pt x="528976" y="21929"/>
                  </a:cubicBezTo>
                  <a:cubicBezTo>
                    <a:pt x="526567" y="24338"/>
                    <a:pt x="523300" y="25691"/>
                    <a:pt x="519893" y="25691"/>
                  </a:cubicBezTo>
                  <a:lnTo>
                    <a:pt x="12846" y="25691"/>
                  </a:lnTo>
                  <a:cubicBezTo>
                    <a:pt x="9439" y="25691"/>
                    <a:pt x="6171" y="24338"/>
                    <a:pt x="3762" y="21929"/>
                  </a:cubicBezTo>
                  <a:cubicBezTo>
                    <a:pt x="1353" y="19520"/>
                    <a:pt x="0" y="16253"/>
                    <a:pt x="0" y="12846"/>
                  </a:cubicBezTo>
                  <a:lnTo>
                    <a:pt x="0" y="12846"/>
                  </a:lnTo>
                  <a:cubicBezTo>
                    <a:pt x="0" y="9439"/>
                    <a:pt x="1353" y="6171"/>
                    <a:pt x="3762" y="3762"/>
                  </a:cubicBezTo>
                  <a:cubicBezTo>
                    <a:pt x="6171" y="1353"/>
                    <a:pt x="9439" y="0"/>
                    <a:pt x="12846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32738" cy="63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86368" y="5364660"/>
            <a:ext cx="941517" cy="1095583"/>
            <a:chOff x="0" y="0"/>
            <a:chExt cx="6985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19061"/>
              <a:ext cx="698500" cy="774677"/>
            </a:xfrm>
            <a:custGeom>
              <a:avLst/>
              <a:gdLst/>
              <a:ahLst/>
              <a:cxnLst/>
              <a:rect l="l" t="t" r="r" b="b"/>
              <a:pathLst>
                <a:path w="698500" h="774677">
                  <a:moveTo>
                    <a:pt x="410329" y="16476"/>
                  </a:moveTo>
                  <a:lnTo>
                    <a:pt x="637421" y="148602"/>
                  </a:lnTo>
                  <a:cubicBezTo>
                    <a:pt x="675236" y="170604"/>
                    <a:pt x="698500" y="211054"/>
                    <a:pt x="698500" y="254804"/>
                  </a:cubicBezTo>
                  <a:lnTo>
                    <a:pt x="698500" y="519874"/>
                  </a:lnTo>
                  <a:cubicBezTo>
                    <a:pt x="698500" y="563624"/>
                    <a:pt x="675236" y="604074"/>
                    <a:pt x="637421" y="626076"/>
                  </a:cubicBezTo>
                  <a:lnTo>
                    <a:pt x="410329" y="758202"/>
                  </a:lnTo>
                  <a:cubicBezTo>
                    <a:pt x="372572" y="780170"/>
                    <a:pt x="325928" y="780170"/>
                    <a:pt x="288171" y="758202"/>
                  </a:cubicBezTo>
                  <a:lnTo>
                    <a:pt x="61079" y="626076"/>
                  </a:lnTo>
                  <a:cubicBezTo>
                    <a:pt x="23264" y="604074"/>
                    <a:pt x="0" y="563624"/>
                    <a:pt x="0" y="519874"/>
                  </a:cubicBezTo>
                  <a:lnTo>
                    <a:pt x="0" y="254804"/>
                  </a:lnTo>
                  <a:cubicBezTo>
                    <a:pt x="0" y="211054"/>
                    <a:pt x="23264" y="170604"/>
                    <a:pt x="61079" y="148602"/>
                  </a:cubicBezTo>
                  <a:lnTo>
                    <a:pt x="288171" y="16476"/>
                  </a:lnTo>
                  <a:cubicBezTo>
                    <a:pt x="325928" y="-5492"/>
                    <a:pt x="372572" y="-5492"/>
                    <a:pt x="410329" y="16476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1685368" y="5538474"/>
            <a:ext cx="623864" cy="623864"/>
          </a:xfrm>
          <a:custGeom>
            <a:avLst/>
            <a:gdLst/>
            <a:ahLst/>
            <a:cxnLst/>
            <a:rect l="l" t="t" r="r" b="b"/>
            <a:pathLst>
              <a:path w="623864" h="623864">
                <a:moveTo>
                  <a:pt x="0" y="0"/>
                </a:moveTo>
                <a:lnTo>
                  <a:pt x="623864" y="0"/>
                </a:lnTo>
                <a:lnTo>
                  <a:pt x="623864" y="623864"/>
                </a:lnTo>
                <a:lnTo>
                  <a:pt x="0" y="62386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637147" y="988988"/>
            <a:ext cx="672452" cy="681120"/>
          </a:xfrm>
          <a:custGeom>
            <a:avLst/>
            <a:gdLst/>
            <a:ahLst/>
            <a:cxnLst/>
            <a:rect l="l" t="t" r="r" b="b"/>
            <a:pathLst>
              <a:path w="672452" h="681120">
                <a:moveTo>
                  <a:pt x="0" y="0"/>
                </a:moveTo>
                <a:lnTo>
                  <a:pt x="672452" y="0"/>
                </a:lnTo>
                <a:lnTo>
                  <a:pt x="672452" y="681121"/>
                </a:lnTo>
                <a:lnTo>
                  <a:pt x="0" y="68112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38" name="AutoShape 38"/>
          <p:cNvSpPr/>
          <p:nvPr/>
        </p:nvSpPr>
        <p:spPr>
          <a:xfrm>
            <a:off x="8599193" y="1043893"/>
            <a:ext cx="0" cy="8229600"/>
          </a:xfrm>
          <a:prstGeom prst="line">
            <a:avLst/>
          </a:prstGeom>
          <a:ln w="28575" cap="rnd">
            <a:solidFill>
              <a:srgbClr val="17487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39"/>
          <p:cNvGrpSpPr/>
          <p:nvPr/>
        </p:nvGrpSpPr>
        <p:grpSpPr>
          <a:xfrm>
            <a:off x="11881145" y="675105"/>
            <a:ext cx="2920849" cy="1244796"/>
            <a:chOff x="0" y="0"/>
            <a:chExt cx="867966" cy="3699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67966" cy="369906"/>
            </a:xfrm>
            <a:custGeom>
              <a:avLst/>
              <a:gdLst/>
              <a:ahLst/>
              <a:cxnLst/>
              <a:rect l="l" t="t" r="r" b="b"/>
              <a:pathLst>
                <a:path w="867966" h="369906">
                  <a:moveTo>
                    <a:pt x="53011" y="0"/>
                  </a:moveTo>
                  <a:lnTo>
                    <a:pt x="814954" y="0"/>
                  </a:lnTo>
                  <a:cubicBezTo>
                    <a:pt x="829014" y="0"/>
                    <a:pt x="842498" y="5585"/>
                    <a:pt x="852439" y="15527"/>
                  </a:cubicBezTo>
                  <a:cubicBezTo>
                    <a:pt x="862381" y="25468"/>
                    <a:pt x="867966" y="38952"/>
                    <a:pt x="867966" y="53011"/>
                  </a:cubicBezTo>
                  <a:lnTo>
                    <a:pt x="867966" y="316895"/>
                  </a:lnTo>
                  <a:cubicBezTo>
                    <a:pt x="867966" y="346172"/>
                    <a:pt x="844232" y="369906"/>
                    <a:pt x="814954" y="369906"/>
                  </a:cubicBezTo>
                  <a:lnTo>
                    <a:pt x="53011" y="369906"/>
                  </a:lnTo>
                  <a:cubicBezTo>
                    <a:pt x="38952" y="369906"/>
                    <a:pt x="25468" y="364321"/>
                    <a:pt x="15527" y="354380"/>
                  </a:cubicBezTo>
                  <a:cubicBezTo>
                    <a:pt x="5585" y="344438"/>
                    <a:pt x="0" y="330954"/>
                    <a:pt x="0" y="316895"/>
                  </a:cubicBezTo>
                  <a:lnTo>
                    <a:pt x="0" y="53011"/>
                  </a:lnTo>
                  <a:cubicBezTo>
                    <a:pt x="0" y="38952"/>
                    <a:pt x="5585" y="25468"/>
                    <a:pt x="15527" y="15527"/>
                  </a:cubicBezTo>
                  <a:cubicBezTo>
                    <a:pt x="25468" y="5585"/>
                    <a:pt x="38952" y="0"/>
                    <a:pt x="530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67966" cy="408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489650" y="675105"/>
            <a:ext cx="1792754" cy="86456"/>
            <a:chOff x="0" y="0"/>
            <a:chExt cx="532738" cy="2569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32738" cy="25691"/>
            </a:xfrm>
            <a:custGeom>
              <a:avLst/>
              <a:gdLst/>
              <a:ahLst/>
              <a:cxnLst/>
              <a:rect l="l" t="t" r="r" b="b"/>
              <a:pathLst>
                <a:path w="532738" h="25691">
                  <a:moveTo>
                    <a:pt x="12846" y="0"/>
                  </a:moveTo>
                  <a:lnTo>
                    <a:pt x="519893" y="0"/>
                  </a:lnTo>
                  <a:cubicBezTo>
                    <a:pt x="523300" y="0"/>
                    <a:pt x="526567" y="1353"/>
                    <a:pt x="528976" y="3762"/>
                  </a:cubicBezTo>
                  <a:cubicBezTo>
                    <a:pt x="531385" y="6171"/>
                    <a:pt x="532738" y="9439"/>
                    <a:pt x="532738" y="12846"/>
                  </a:cubicBezTo>
                  <a:lnTo>
                    <a:pt x="532738" y="12846"/>
                  </a:lnTo>
                  <a:cubicBezTo>
                    <a:pt x="532738" y="16253"/>
                    <a:pt x="531385" y="19520"/>
                    <a:pt x="528976" y="21929"/>
                  </a:cubicBezTo>
                  <a:cubicBezTo>
                    <a:pt x="526567" y="24338"/>
                    <a:pt x="523300" y="25691"/>
                    <a:pt x="519893" y="25691"/>
                  </a:cubicBezTo>
                  <a:lnTo>
                    <a:pt x="12846" y="25691"/>
                  </a:lnTo>
                  <a:cubicBezTo>
                    <a:pt x="9439" y="25691"/>
                    <a:pt x="6171" y="24338"/>
                    <a:pt x="3762" y="21929"/>
                  </a:cubicBezTo>
                  <a:cubicBezTo>
                    <a:pt x="1353" y="19520"/>
                    <a:pt x="0" y="16253"/>
                    <a:pt x="0" y="12846"/>
                  </a:cubicBezTo>
                  <a:lnTo>
                    <a:pt x="0" y="12846"/>
                  </a:lnTo>
                  <a:cubicBezTo>
                    <a:pt x="0" y="9439"/>
                    <a:pt x="1353" y="6171"/>
                    <a:pt x="3762" y="3762"/>
                  </a:cubicBezTo>
                  <a:cubicBezTo>
                    <a:pt x="6171" y="1353"/>
                    <a:pt x="9439" y="0"/>
                    <a:pt x="12846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532738" cy="63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087679" y="771962"/>
            <a:ext cx="941517" cy="1095583"/>
            <a:chOff x="0" y="0"/>
            <a:chExt cx="6985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19061"/>
              <a:ext cx="698500" cy="774677"/>
            </a:xfrm>
            <a:custGeom>
              <a:avLst/>
              <a:gdLst/>
              <a:ahLst/>
              <a:cxnLst/>
              <a:rect l="l" t="t" r="r" b="b"/>
              <a:pathLst>
                <a:path w="698500" h="774677">
                  <a:moveTo>
                    <a:pt x="410329" y="16476"/>
                  </a:moveTo>
                  <a:lnTo>
                    <a:pt x="637421" y="148602"/>
                  </a:lnTo>
                  <a:cubicBezTo>
                    <a:pt x="675236" y="170604"/>
                    <a:pt x="698500" y="211054"/>
                    <a:pt x="698500" y="254804"/>
                  </a:cubicBezTo>
                  <a:lnTo>
                    <a:pt x="698500" y="519874"/>
                  </a:lnTo>
                  <a:cubicBezTo>
                    <a:pt x="698500" y="563624"/>
                    <a:pt x="675236" y="604074"/>
                    <a:pt x="637421" y="626076"/>
                  </a:cubicBezTo>
                  <a:lnTo>
                    <a:pt x="410329" y="758202"/>
                  </a:lnTo>
                  <a:cubicBezTo>
                    <a:pt x="372572" y="780170"/>
                    <a:pt x="325928" y="780170"/>
                    <a:pt x="288171" y="758202"/>
                  </a:cubicBezTo>
                  <a:lnTo>
                    <a:pt x="61079" y="626076"/>
                  </a:lnTo>
                  <a:cubicBezTo>
                    <a:pt x="23264" y="604074"/>
                    <a:pt x="0" y="563624"/>
                    <a:pt x="0" y="519874"/>
                  </a:cubicBezTo>
                  <a:lnTo>
                    <a:pt x="0" y="254804"/>
                  </a:lnTo>
                  <a:cubicBezTo>
                    <a:pt x="0" y="211054"/>
                    <a:pt x="23264" y="170604"/>
                    <a:pt x="61079" y="148602"/>
                  </a:cubicBezTo>
                  <a:lnTo>
                    <a:pt x="288171" y="16476"/>
                  </a:lnTo>
                  <a:cubicBezTo>
                    <a:pt x="325928" y="-5492"/>
                    <a:pt x="372572" y="-5492"/>
                    <a:pt x="410329" y="16476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Freeform 48"/>
          <p:cNvSpPr/>
          <p:nvPr/>
        </p:nvSpPr>
        <p:spPr>
          <a:xfrm>
            <a:off x="11231704" y="996429"/>
            <a:ext cx="649441" cy="649441"/>
          </a:xfrm>
          <a:custGeom>
            <a:avLst/>
            <a:gdLst/>
            <a:ahLst/>
            <a:cxnLst/>
            <a:rect l="l" t="t" r="r" b="b"/>
            <a:pathLst>
              <a:path w="649441" h="649441">
                <a:moveTo>
                  <a:pt x="0" y="0"/>
                </a:moveTo>
                <a:lnTo>
                  <a:pt x="649441" y="0"/>
                </a:lnTo>
                <a:lnTo>
                  <a:pt x="649441" y="649441"/>
                </a:lnTo>
                <a:lnTo>
                  <a:pt x="0" y="64944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1251657" y="6847490"/>
            <a:ext cx="3417757" cy="971110"/>
          </a:xfrm>
          <a:custGeom>
            <a:avLst/>
            <a:gdLst/>
            <a:ahLst/>
            <a:cxnLst/>
            <a:rect l="l" t="t" r="r" b="b"/>
            <a:pathLst>
              <a:path w="3417757" h="971110">
                <a:moveTo>
                  <a:pt x="0" y="0"/>
                </a:moveTo>
                <a:lnTo>
                  <a:pt x="3417757" y="0"/>
                </a:lnTo>
                <a:lnTo>
                  <a:pt x="3417757" y="971110"/>
                </a:lnTo>
                <a:lnTo>
                  <a:pt x="0" y="97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r="-43371"/>
            </a:stretch>
          </a:blipFill>
        </p:spPr>
      </p:sp>
      <p:grpSp>
        <p:nvGrpSpPr>
          <p:cNvPr id="50" name="Group 50"/>
          <p:cNvGrpSpPr/>
          <p:nvPr/>
        </p:nvGrpSpPr>
        <p:grpSpPr>
          <a:xfrm>
            <a:off x="11655484" y="6611014"/>
            <a:ext cx="2920849" cy="1244796"/>
            <a:chOff x="0" y="0"/>
            <a:chExt cx="867966" cy="36990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67966" cy="369906"/>
            </a:xfrm>
            <a:custGeom>
              <a:avLst/>
              <a:gdLst/>
              <a:ahLst/>
              <a:cxnLst/>
              <a:rect l="l" t="t" r="r" b="b"/>
              <a:pathLst>
                <a:path w="867966" h="369906">
                  <a:moveTo>
                    <a:pt x="53011" y="0"/>
                  </a:moveTo>
                  <a:lnTo>
                    <a:pt x="814954" y="0"/>
                  </a:lnTo>
                  <a:cubicBezTo>
                    <a:pt x="829014" y="0"/>
                    <a:pt x="842498" y="5585"/>
                    <a:pt x="852439" y="15527"/>
                  </a:cubicBezTo>
                  <a:cubicBezTo>
                    <a:pt x="862381" y="25468"/>
                    <a:pt x="867966" y="38952"/>
                    <a:pt x="867966" y="53011"/>
                  </a:cubicBezTo>
                  <a:lnTo>
                    <a:pt x="867966" y="316895"/>
                  </a:lnTo>
                  <a:cubicBezTo>
                    <a:pt x="867966" y="346172"/>
                    <a:pt x="844232" y="369906"/>
                    <a:pt x="814954" y="369906"/>
                  </a:cubicBezTo>
                  <a:lnTo>
                    <a:pt x="53011" y="369906"/>
                  </a:lnTo>
                  <a:cubicBezTo>
                    <a:pt x="38952" y="369906"/>
                    <a:pt x="25468" y="364321"/>
                    <a:pt x="15527" y="354380"/>
                  </a:cubicBezTo>
                  <a:cubicBezTo>
                    <a:pt x="5585" y="344438"/>
                    <a:pt x="0" y="330954"/>
                    <a:pt x="0" y="316895"/>
                  </a:cubicBezTo>
                  <a:lnTo>
                    <a:pt x="0" y="53011"/>
                  </a:lnTo>
                  <a:cubicBezTo>
                    <a:pt x="0" y="38952"/>
                    <a:pt x="5585" y="25468"/>
                    <a:pt x="15527" y="15527"/>
                  </a:cubicBezTo>
                  <a:cubicBezTo>
                    <a:pt x="25468" y="5585"/>
                    <a:pt x="38952" y="0"/>
                    <a:pt x="530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867966" cy="408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244927" y="6611014"/>
            <a:ext cx="1792754" cy="86456"/>
            <a:chOff x="0" y="0"/>
            <a:chExt cx="532738" cy="2569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32738" cy="25691"/>
            </a:xfrm>
            <a:custGeom>
              <a:avLst/>
              <a:gdLst/>
              <a:ahLst/>
              <a:cxnLst/>
              <a:rect l="l" t="t" r="r" b="b"/>
              <a:pathLst>
                <a:path w="532738" h="25691">
                  <a:moveTo>
                    <a:pt x="12846" y="0"/>
                  </a:moveTo>
                  <a:lnTo>
                    <a:pt x="519893" y="0"/>
                  </a:lnTo>
                  <a:cubicBezTo>
                    <a:pt x="523300" y="0"/>
                    <a:pt x="526567" y="1353"/>
                    <a:pt x="528976" y="3762"/>
                  </a:cubicBezTo>
                  <a:cubicBezTo>
                    <a:pt x="531385" y="6171"/>
                    <a:pt x="532738" y="9439"/>
                    <a:pt x="532738" y="12846"/>
                  </a:cubicBezTo>
                  <a:lnTo>
                    <a:pt x="532738" y="12846"/>
                  </a:lnTo>
                  <a:cubicBezTo>
                    <a:pt x="532738" y="16253"/>
                    <a:pt x="531385" y="19520"/>
                    <a:pt x="528976" y="21929"/>
                  </a:cubicBezTo>
                  <a:cubicBezTo>
                    <a:pt x="526567" y="24338"/>
                    <a:pt x="523300" y="25691"/>
                    <a:pt x="519893" y="25691"/>
                  </a:cubicBezTo>
                  <a:lnTo>
                    <a:pt x="12846" y="25691"/>
                  </a:lnTo>
                  <a:cubicBezTo>
                    <a:pt x="9439" y="25691"/>
                    <a:pt x="6171" y="24338"/>
                    <a:pt x="3762" y="21929"/>
                  </a:cubicBezTo>
                  <a:cubicBezTo>
                    <a:pt x="1353" y="19520"/>
                    <a:pt x="0" y="16253"/>
                    <a:pt x="0" y="12846"/>
                  </a:cubicBezTo>
                  <a:lnTo>
                    <a:pt x="0" y="12846"/>
                  </a:lnTo>
                  <a:cubicBezTo>
                    <a:pt x="0" y="9439"/>
                    <a:pt x="1353" y="6171"/>
                    <a:pt x="3762" y="3762"/>
                  </a:cubicBezTo>
                  <a:cubicBezTo>
                    <a:pt x="6171" y="1353"/>
                    <a:pt x="9439" y="0"/>
                    <a:pt x="12846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532738" cy="63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086058" y="6760228"/>
            <a:ext cx="941517" cy="1095583"/>
            <a:chOff x="0" y="0"/>
            <a:chExt cx="6985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19061"/>
              <a:ext cx="698500" cy="774677"/>
            </a:xfrm>
            <a:custGeom>
              <a:avLst/>
              <a:gdLst/>
              <a:ahLst/>
              <a:cxnLst/>
              <a:rect l="l" t="t" r="r" b="b"/>
              <a:pathLst>
                <a:path w="698500" h="774677">
                  <a:moveTo>
                    <a:pt x="410329" y="16476"/>
                  </a:moveTo>
                  <a:lnTo>
                    <a:pt x="637421" y="148602"/>
                  </a:lnTo>
                  <a:cubicBezTo>
                    <a:pt x="675236" y="170604"/>
                    <a:pt x="698500" y="211054"/>
                    <a:pt x="698500" y="254804"/>
                  </a:cubicBezTo>
                  <a:lnTo>
                    <a:pt x="698500" y="519874"/>
                  </a:lnTo>
                  <a:cubicBezTo>
                    <a:pt x="698500" y="563624"/>
                    <a:pt x="675236" y="604074"/>
                    <a:pt x="637421" y="626076"/>
                  </a:cubicBezTo>
                  <a:lnTo>
                    <a:pt x="410329" y="758202"/>
                  </a:lnTo>
                  <a:cubicBezTo>
                    <a:pt x="372572" y="780170"/>
                    <a:pt x="325928" y="780170"/>
                    <a:pt x="288171" y="758202"/>
                  </a:cubicBezTo>
                  <a:lnTo>
                    <a:pt x="61079" y="626076"/>
                  </a:lnTo>
                  <a:cubicBezTo>
                    <a:pt x="23264" y="604074"/>
                    <a:pt x="0" y="563624"/>
                    <a:pt x="0" y="519874"/>
                  </a:cubicBezTo>
                  <a:lnTo>
                    <a:pt x="0" y="254804"/>
                  </a:lnTo>
                  <a:cubicBezTo>
                    <a:pt x="0" y="211054"/>
                    <a:pt x="23264" y="170604"/>
                    <a:pt x="61079" y="148602"/>
                  </a:cubicBezTo>
                  <a:lnTo>
                    <a:pt x="288171" y="16476"/>
                  </a:lnTo>
                  <a:cubicBezTo>
                    <a:pt x="325928" y="-5492"/>
                    <a:pt x="372572" y="-5492"/>
                    <a:pt x="410329" y="16476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9" name="Freeform 59"/>
          <p:cNvSpPr/>
          <p:nvPr/>
        </p:nvSpPr>
        <p:spPr>
          <a:xfrm>
            <a:off x="11230083" y="7038483"/>
            <a:ext cx="649441" cy="477044"/>
          </a:xfrm>
          <a:custGeom>
            <a:avLst/>
            <a:gdLst/>
            <a:ahLst/>
            <a:cxnLst/>
            <a:rect l="l" t="t" r="r" b="b"/>
            <a:pathLst>
              <a:path w="649441" h="477044">
                <a:moveTo>
                  <a:pt x="0" y="0"/>
                </a:moveTo>
                <a:lnTo>
                  <a:pt x="649441" y="0"/>
                </a:lnTo>
                <a:lnTo>
                  <a:pt x="649441" y="477044"/>
                </a:lnTo>
                <a:lnTo>
                  <a:pt x="0" y="47704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60" name="AutoShape 60"/>
          <p:cNvSpPr/>
          <p:nvPr/>
        </p:nvSpPr>
        <p:spPr>
          <a:xfrm flipV="1">
            <a:off x="15988316" y="2100876"/>
            <a:ext cx="0" cy="142954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AutoShape 61"/>
          <p:cNvSpPr/>
          <p:nvPr/>
        </p:nvSpPr>
        <p:spPr>
          <a:xfrm flipV="1">
            <a:off x="10427109" y="2100876"/>
            <a:ext cx="0" cy="247729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2" name="Group 62"/>
          <p:cNvGrpSpPr/>
          <p:nvPr/>
        </p:nvGrpSpPr>
        <p:grpSpPr>
          <a:xfrm>
            <a:off x="9244255" y="2243830"/>
            <a:ext cx="2541757" cy="532353"/>
            <a:chOff x="0" y="0"/>
            <a:chExt cx="3153125" cy="6604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153125" cy="660400"/>
            </a:xfrm>
            <a:custGeom>
              <a:avLst/>
              <a:gdLst/>
              <a:ahLst/>
              <a:cxnLst/>
              <a:rect l="l" t="t" r="r" b="b"/>
              <a:pathLst>
                <a:path w="3153125" h="660400">
                  <a:moveTo>
                    <a:pt x="3028665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28665" y="0"/>
                  </a:lnTo>
                  <a:cubicBezTo>
                    <a:pt x="3097245" y="0"/>
                    <a:pt x="3153125" y="55880"/>
                    <a:pt x="3153125" y="124460"/>
                  </a:cubicBezTo>
                  <a:lnTo>
                    <a:pt x="3153125" y="535940"/>
                  </a:lnTo>
                  <a:cubicBezTo>
                    <a:pt x="3153125" y="604520"/>
                    <a:pt x="3097245" y="660400"/>
                    <a:pt x="3028665" y="66040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4717437" y="2243830"/>
            <a:ext cx="2541757" cy="532353"/>
            <a:chOff x="0" y="0"/>
            <a:chExt cx="3153125" cy="6604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153125" cy="660400"/>
            </a:xfrm>
            <a:custGeom>
              <a:avLst/>
              <a:gdLst/>
              <a:ahLst/>
              <a:cxnLst/>
              <a:rect l="l" t="t" r="r" b="b"/>
              <a:pathLst>
                <a:path w="3153125" h="660400">
                  <a:moveTo>
                    <a:pt x="3028665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28665" y="0"/>
                  </a:lnTo>
                  <a:cubicBezTo>
                    <a:pt x="3097245" y="0"/>
                    <a:pt x="3153125" y="55880"/>
                    <a:pt x="3153125" y="124460"/>
                  </a:cubicBezTo>
                  <a:lnTo>
                    <a:pt x="3153125" y="535940"/>
                  </a:lnTo>
                  <a:cubicBezTo>
                    <a:pt x="3153125" y="604520"/>
                    <a:pt x="3097245" y="660400"/>
                    <a:pt x="3028665" y="66040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</p:grpSp>
      <p:sp>
        <p:nvSpPr>
          <p:cNvPr id="66" name="AutoShape 66"/>
          <p:cNvSpPr/>
          <p:nvPr/>
        </p:nvSpPr>
        <p:spPr>
          <a:xfrm flipV="1">
            <a:off x="10427109" y="2115164"/>
            <a:ext cx="5561207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" name="AutoShape 67"/>
          <p:cNvSpPr/>
          <p:nvPr/>
        </p:nvSpPr>
        <p:spPr>
          <a:xfrm flipV="1">
            <a:off x="13082757" y="1898849"/>
            <a:ext cx="0" cy="207601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0" name="Freeform 70"/>
          <p:cNvSpPr/>
          <p:nvPr/>
        </p:nvSpPr>
        <p:spPr>
          <a:xfrm>
            <a:off x="14488233" y="2946514"/>
            <a:ext cx="2906618" cy="560185"/>
          </a:xfrm>
          <a:custGeom>
            <a:avLst/>
            <a:gdLst/>
            <a:ahLst/>
            <a:cxnLst/>
            <a:rect l="l" t="t" r="r" b="b"/>
            <a:pathLst>
              <a:path w="2906618" h="560185">
                <a:moveTo>
                  <a:pt x="0" y="0"/>
                </a:moveTo>
                <a:lnTo>
                  <a:pt x="2906618" y="0"/>
                </a:lnTo>
                <a:lnTo>
                  <a:pt x="2906618" y="560185"/>
                </a:lnTo>
                <a:lnTo>
                  <a:pt x="0" y="56018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14652596" y="3069376"/>
            <a:ext cx="280756" cy="280756"/>
          </a:xfrm>
          <a:custGeom>
            <a:avLst/>
            <a:gdLst/>
            <a:ahLst/>
            <a:cxnLst/>
            <a:rect l="l" t="t" r="r" b="b"/>
            <a:pathLst>
              <a:path w="280756" h="280756">
                <a:moveTo>
                  <a:pt x="0" y="0"/>
                </a:moveTo>
                <a:lnTo>
                  <a:pt x="280756" y="0"/>
                </a:lnTo>
                <a:lnTo>
                  <a:pt x="280756" y="280756"/>
                </a:lnTo>
                <a:lnTo>
                  <a:pt x="0" y="28075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9244255" y="2870378"/>
            <a:ext cx="3513664" cy="677179"/>
          </a:xfrm>
          <a:custGeom>
            <a:avLst/>
            <a:gdLst/>
            <a:ahLst/>
            <a:cxnLst/>
            <a:rect l="l" t="t" r="r" b="b"/>
            <a:pathLst>
              <a:path w="3513664" h="677179">
                <a:moveTo>
                  <a:pt x="0" y="0"/>
                </a:moveTo>
                <a:lnTo>
                  <a:pt x="3513664" y="0"/>
                </a:lnTo>
                <a:lnTo>
                  <a:pt x="3513664" y="677179"/>
                </a:lnTo>
                <a:lnTo>
                  <a:pt x="0" y="67717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73" name="Freeform 73"/>
          <p:cNvSpPr/>
          <p:nvPr/>
        </p:nvSpPr>
        <p:spPr>
          <a:xfrm>
            <a:off x="9431986" y="3048804"/>
            <a:ext cx="302108" cy="302108"/>
          </a:xfrm>
          <a:custGeom>
            <a:avLst/>
            <a:gdLst/>
            <a:ahLst/>
            <a:cxnLst/>
            <a:rect l="l" t="t" r="r" b="b"/>
            <a:pathLst>
              <a:path w="302108" h="302108">
                <a:moveTo>
                  <a:pt x="0" y="0"/>
                </a:moveTo>
                <a:lnTo>
                  <a:pt x="302108" y="0"/>
                </a:lnTo>
                <a:lnTo>
                  <a:pt x="302108" y="302107"/>
                </a:lnTo>
                <a:lnTo>
                  <a:pt x="0" y="3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74" name="Freeform 74"/>
          <p:cNvSpPr/>
          <p:nvPr/>
        </p:nvSpPr>
        <p:spPr>
          <a:xfrm>
            <a:off x="9204030" y="3728416"/>
            <a:ext cx="3596852" cy="693212"/>
          </a:xfrm>
          <a:custGeom>
            <a:avLst/>
            <a:gdLst/>
            <a:ahLst/>
            <a:cxnLst/>
            <a:rect l="l" t="t" r="r" b="b"/>
            <a:pathLst>
              <a:path w="3596852" h="693212">
                <a:moveTo>
                  <a:pt x="0" y="0"/>
                </a:moveTo>
                <a:lnTo>
                  <a:pt x="3596853" y="0"/>
                </a:lnTo>
                <a:lnTo>
                  <a:pt x="3596853" y="693212"/>
                </a:lnTo>
                <a:lnTo>
                  <a:pt x="0" y="69321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75" name="Freeform 75"/>
          <p:cNvSpPr/>
          <p:nvPr/>
        </p:nvSpPr>
        <p:spPr>
          <a:xfrm>
            <a:off x="9391762" y="3872438"/>
            <a:ext cx="302108" cy="302108"/>
          </a:xfrm>
          <a:custGeom>
            <a:avLst/>
            <a:gdLst/>
            <a:ahLst/>
            <a:cxnLst/>
            <a:rect l="l" t="t" r="r" b="b"/>
            <a:pathLst>
              <a:path w="302108" h="302108">
                <a:moveTo>
                  <a:pt x="0" y="0"/>
                </a:moveTo>
                <a:lnTo>
                  <a:pt x="302107" y="0"/>
                </a:lnTo>
                <a:lnTo>
                  <a:pt x="302107" y="302108"/>
                </a:lnTo>
                <a:lnTo>
                  <a:pt x="0" y="30210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76" name="Freeform 76"/>
          <p:cNvSpPr/>
          <p:nvPr/>
        </p:nvSpPr>
        <p:spPr>
          <a:xfrm>
            <a:off x="9204030" y="4507353"/>
            <a:ext cx="3596852" cy="693212"/>
          </a:xfrm>
          <a:custGeom>
            <a:avLst/>
            <a:gdLst/>
            <a:ahLst/>
            <a:cxnLst/>
            <a:rect l="l" t="t" r="r" b="b"/>
            <a:pathLst>
              <a:path w="3596852" h="693212">
                <a:moveTo>
                  <a:pt x="0" y="0"/>
                </a:moveTo>
                <a:lnTo>
                  <a:pt x="3596853" y="0"/>
                </a:lnTo>
                <a:lnTo>
                  <a:pt x="3596853" y="693211"/>
                </a:lnTo>
                <a:lnTo>
                  <a:pt x="0" y="69321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77" name="Freeform 77"/>
          <p:cNvSpPr/>
          <p:nvPr/>
        </p:nvSpPr>
        <p:spPr>
          <a:xfrm>
            <a:off x="9391762" y="4651375"/>
            <a:ext cx="302108" cy="302108"/>
          </a:xfrm>
          <a:custGeom>
            <a:avLst/>
            <a:gdLst/>
            <a:ahLst/>
            <a:cxnLst/>
            <a:rect l="l" t="t" r="r" b="b"/>
            <a:pathLst>
              <a:path w="302108" h="302108">
                <a:moveTo>
                  <a:pt x="0" y="0"/>
                </a:moveTo>
                <a:lnTo>
                  <a:pt x="302107" y="0"/>
                </a:lnTo>
                <a:lnTo>
                  <a:pt x="302107" y="302107"/>
                </a:lnTo>
                <a:lnTo>
                  <a:pt x="0" y="3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78" name="Freeform 78"/>
          <p:cNvSpPr/>
          <p:nvPr/>
        </p:nvSpPr>
        <p:spPr>
          <a:xfrm>
            <a:off x="14523814" y="3707098"/>
            <a:ext cx="2906618" cy="560185"/>
          </a:xfrm>
          <a:custGeom>
            <a:avLst/>
            <a:gdLst/>
            <a:ahLst/>
            <a:cxnLst/>
            <a:rect l="l" t="t" r="r" b="b"/>
            <a:pathLst>
              <a:path w="2906618" h="560185">
                <a:moveTo>
                  <a:pt x="0" y="0"/>
                </a:moveTo>
                <a:lnTo>
                  <a:pt x="2906618" y="0"/>
                </a:lnTo>
                <a:lnTo>
                  <a:pt x="2906618" y="560184"/>
                </a:lnTo>
                <a:lnTo>
                  <a:pt x="0" y="56018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79" name="Freeform 79"/>
          <p:cNvSpPr/>
          <p:nvPr/>
        </p:nvSpPr>
        <p:spPr>
          <a:xfrm>
            <a:off x="14688177" y="3829959"/>
            <a:ext cx="280756" cy="280756"/>
          </a:xfrm>
          <a:custGeom>
            <a:avLst/>
            <a:gdLst/>
            <a:ahLst/>
            <a:cxnLst/>
            <a:rect l="l" t="t" r="r" b="b"/>
            <a:pathLst>
              <a:path w="280756" h="280756">
                <a:moveTo>
                  <a:pt x="0" y="0"/>
                </a:moveTo>
                <a:lnTo>
                  <a:pt x="280756" y="0"/>
                </a:lnTo>
                <a:lnTo>
                  <a:pt x="280756" y="280756"/>
                </a:lnTo>
                <a:lnTo>
                  <a:pt x="0" y="28075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80" name="TextBox 80"/>
          <p:cNvSpPr txBox="1"/>
          <p:nvPr/>
        </p:nvSpPr>
        <p:spPr>
          <a:xfrm>
            <a:off x="12691872" y="5435856"/>
            <a:ext cx="284229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LeetCode</a:t>
            </a:r>
            <a:r>
              <a:rPr lang="en-US" sz="1899" dirty="0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1899" b="1" dirty="0">
                <a:solidFill>
                  <a:srgbClr val="052A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1472</a:t>
            </a:r>
            <a:r>
              <a:rPr lang="en-US" sz="1899" dirty="0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1899" b="1" dirty="0">
                <a:solidFill>
                  <a:srgbClr val="052A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</a:t>
            </a:r>
            <a:r>
              <a:rPr lang="en-US" sz="1899" dirty="0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</p:txBody>
      </p:sp>
      <p:sp>
        <p:nvSpPr>
          <p:cNvPr id="81" name="AutoShape 81"/>
          <p:cNvSpPr/>
          <p:nvPr/>
        </p:nvSpPr>
        <p:spPr>
          <a:xfrm flipV="1">
            <a:off x="12712641" y="5504480"/>
            <a:ext cx="0" cy="303444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Freeform 82"/>
          <p:cNvSpPr/>
          <p:nvPr/>
        </p:nvSpPr>
        <p:spPr>
          <a:xfrm>
            <a:off x="9391762" y="5912840"/>
            <a:ext cx="317749" cy="307820"/>
          </a:xfrm>
          <a:custGeom>
            <a:avLst/>
            <a:gdLst/>
            <a:ahLst/>
            <a:cxnLst/>
            <a:rect l="l" t="t" r="r" b="b"/>
            <a:pathLst>
              <a:path w="317749" h="307820">
                <a:moveTo>
                  <a:pt x="0" y="0"/>
                </a:moveTo>
                <a:lnTo>
                  <a:pt x="317749" y="0"/>
                </a:lnTo>
                <a:lnTo>
                  <a:pt x="317749" y="307820"/>
                </a:lnTo>
                <a:lnTo>
                  <a:pt x="0" y="30782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>
            <a:off x="9342216" y="5426510"/>
            <a:ext cx="342390" cy="352980"/>
          </a:xfrm>
          <a:custGeom>
            <a:avLst/>
            <a:gdLst/>
            <a:ahLst/>
            <a:cxnLst/>
            <a:rect l="l" t="t" r="r" b="b"/>
            <a:pathLst>
              <a:path w="342390" h="352980">
                <a:moveTo>
                  <a:pt x="0" y="0"/>
                </a:moveTo>
                <a:lnTo>
                  <a:pt x="342390" y="0"/>
                </a:lnTo>
                <a:lnTo>
                  <a:pt x="342390" y="352980"/>
                </a:lnTo>
                <a:lnTo>
                  <a:pt x="0" y="35298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grpSp>
        <p:nvGrpSpPr>
          <p:cNvPr id="84" name="Group 84"/>
          <p:cNvGrpSpPr/>
          <p:nvPr/>
        </p:nvGrpSpPr>
        <p:grpSpPr>
          <a:xfrm>
            <a:off x="816829" y="6599083"/>
            <a:ext cx="6517780" cy="846397"/>
            <a:chOff x="0" y="0"/>
            <a:chExt cx="1716617" cy="222919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716617" cy="222919"/>
            </a:xfrm>
            <a:custGeom>
              <a:avLst/>
              <a:gdLst/>
              <a:ahLst/>
              <a:cxnLst/>
              <a:rect l="l" t="t" r="r" b="b"/>
              <a:pathLst>
                <a:path w="1716617" h="222919">
                  <a:moveTo>
                    <a:pt x="19005" y="0"/>
                  </a:moveTo>
                  <a:lnTo>
                    <a:pt x="1697612" y="0"/>
                  </a:lnTo>
                  <a:cubicBezTo>
                    <a:pt x="1708108" y="0"/>
                    <a:pt x="1716617" y="8509"/>
                    <a:pt x="1716617" y="19005"/>
                  </a:cubicBezTo>
                  <a:lnTo>
                    <a:pt x="1716617" y="203914"/>
                  </a:lnTo>
                  <a:cubicBezTo>
                    <a:pt x="1716617" y="214411"/>
                    <a:pt x="1708108" y="222919"/>
                    <a:pt x="1697612" y="222919"/>
                  </a:cubicBezTo>
                  <a:lnTo>
                    <a:pt x="19005" y="222919"/>
                  </a:lnTo>
                  <a:cubicBezTo>
                    <a:pt x="8509" y="222919"/>
                    <a:pt x="0" y="214411"/>
                    <a:pt x="0" y="203914"/>
                  </a:cubicBezTo>
                  <a:lnTo>
                    <a:pt x="0" y="19005"/>
                  </a:lnTo>
                  <a:cubicBezTo>
                    <a:pt x="0" y="8509"/>
                    <a:pt x="8509" y="0"/>
                    <a:pt x="19005" y="0"/>
                  </a:cubicBezTo>
                  <a:close/>
                </a:path>
              </a:pathLst>
            </a:custGeom>
            <a:solidFill>
              <a:srgbClr val="153F66"/>
            </a:solidFill>
            <a:ln cap="sq">
              <a:noFill/>
              <a:prstDash val="solid"/>
              <a:miter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0" y="-47625"/>
              <a:ext cx="1716617" cy="27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406740" y="6678880"/>
            <a:ext cx="921345" cy="608286"/>
            <a:chOff x="0" y="0"/>
            <a:chExt cx="823551" cy="543720"/>
          </a:xfrm>
        </p:grpSpPr>
        <p:sp>
          <p:nvSpPr>
            <p:cNvPr id="88" name="Freeform 88"/>
            <p:cNvSpPr/>
            <p:nvPr/>
          </p:nvSpPr>
          <p:spPr>
            <a:xfrm>
              <a:off x="50314" y="0"/>
              <a:ext cx="739717" cy="543720"/>
            </a:xfrm>
            <a:custGeom>
              <a:avLst/>
              <a:gdLst/>
              <a:ahLst/>
              <a:cxnLst/>
              <a:rect l="l" t="t" r="r" b="b"/>
              <a:pathLst>
                <a:path w="739717" h="543720">
                  <a:moveTo>
                    <a:pt x="50520" y="0"/>
                  </a:moveTo>
                  <a:lnTo>
                    <a:pt x="469202" y="0"/>
                  </a:lnTo>
                  <a:cubicBezTo>
                    <a:pt x="532665" y="0"/>
                    <a:pt x="592410" y="29934"/>
                    <a:pt x="630405" y="80766"/>
                  </a:cubicBezTo>
                  <a:lnTo>
                    <a:pt x="712868" y="191094"/>
                  </a:lnTo>
                  <a:cubicBezTo>
                    <a:pt x="748666" y="238988"/>
                    <a:pt x="748666" y="304732"/>
                    <a:pt x="712868" y="352627"/>
                  </a:cubicBezTo>
                  <a:lnTo>
                    <a:pt x="630405" y="462954"/>
                  </a:lnTo>
                  <a:cubicBezTo>
                    <a:pt x="592410" y="513787"/>
                    <a:pt x="532665" y="543720"/>
                    <a:pt x="469202" y="543720"/>
                  </a:cubicBezTo>
                  <a:lnTo>
                    <a:pt x="50520" y="543720"/>
                  </a:lnTo>
                  <a:cubicBezTo>
                    <a:pt x="31399" y="543720"/>
                    <a:pt x="13917" y="532926"/>
                    <a:pt x="5352" y="515830"/>
                  </a:cubicBezTo>
                  <a:cubicBezTo>
                    <a:pt x="-3213" y="498735"/>
                    <a:pt x="-1393" y="478269"/>
                    <a:pt x="10054" y="462954"/>
                  </a:cubicBezTo>
                  <a:lnTo>
                    <a:pt x="92518" y="352627"/>
                  </a:lnTo>
                  <a:cubicBezTo>
                    <a:pt x="128316" y="304732"/>
                    <a:pt x="128316" y="238988"/>
                    <a:pt x="92518" y="191094"/>
                  </a:cubicBezTo>
                  <a:lnTo>
                    <a:pt x="10054" y="80766"/>
                  </a:lnTo>
                  <a:cubicBezTo>
                    <a:pt x="-1393" y="65451"/>
                    <a:pt x="-3213" y="44985"/>
                    <a:pt x="5352" y="27890"/>
                  </a:cubicBezTo>
                  <a:cubicBezTo>
                    <a:pt x="13917" y="10795"/>
                    <a:pt x="31399" y="0"/>
                    <a:pt x="50520" y="0"/>
                  </a:cubicBez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41026" y="7522775"/>
            <a:ext cx="6517780" cy="846397"/>
            <a:chOff x="0" y="0"/>
            <a:chExt cx="1716617" cy="22291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716617" cy="222919"/>
            </a:xfrm>
            <a:custGeom>
              <a:avLst/>
              <a:gdLst/>
              <a:ahLst/>
              <a:cxnLst/>
              <a:rect l="l" t="t" r="r" b="b"/>
              <a:pathLst>
                <a:path w="1716617" h="222919">
                  <a:moveTo>
                    <a:pt x="19005" y="0"/>
                  </a:moveTo>
                  <a:lnTo>
                    <a:pt x="1697612" y="0"/>
                  </a:lnTo>
                  <a:cubicBezTo>
                    <a:pt x="1708108" y="0"/>
                    <a:pt x="1716617" y="8509"/>
                    <a:pt x="1716617" y="19005"/>
                  </a:cubicBezTo>
                  <a:lnTo>
                    <a:pt x="1716617" y="203914"/>
                  </a:lnTo>
                  <a:cubicBezTo>
                    <a:pt x="1716617" y="214411"/>
                    <a:pt x="1708108" y="222919"/>
                    <a:pt x="1697612" y="222919"/>
                  </a:cubicBezTo>
                  <a:lnTo>
                    <a:pt x="19005" y="222919"/>
                  </a:lnTo>
                  <a:cubicBezTo>
                    <a:pt x="8509" y="222919"/>
                    <a:pt x="0" y="214411"/>
                    <a:pt x="0" y="203914"/>
                  </a:cubicBezTo>
                  <a:lnTo>
                    <a:pt x="0" y="19005"/>
                  </a:lnTo>
                  <a:cubicBezTo>
                    <a:pt x="0" y="8509"/>
                    <a:pt x="8509" y="0"/>
                    <a:pt x="19005" y="0"/>
                  </a:cubicBezTo>
                  <a:close/>
                </a:path>
              </a:pathLst>
            </a:custGeom>
            <a:solidFill>
              <a:srgbClr val="153F66"/>
            </a:solidFill>
            <a:ln cap="sq">
              <a:noFill/>
              <a:prstDash val="solid"/>
              <a:miter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0" y="-47625"/>
              <a:ext cx="1716617" cy="27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430937" y="7602572"/>
            <a:ext cx="921345" cy="608286"/>
            <a:chOff x="0" y="0"/>
            <a:chExt cx="823551" cy="543720"/>
          </a:xfrm>
        </p:grpSpPr>
        <p:sp>
          <p:nvSpPr>
            <p:cNvPr id="94" name="Freeform 94"/>
            <p:cNvSpPr/>
            <p:nvPr/>
          </p:nvSpPr>
          <p:spPr>
            <a:xfrm>
              <a:off x="50314" y="0"/>
              <a:ext cx="739717" cy="543720"/>
            </a:xfrm>
            <a:custGeom>
              <a:avLst/>
              <a:gdLst/>
              <a:ahLst/>
              <a:cxnLst/>
              <a:rect l="l" t="t" r="r" b="b"/>
              <a:pathLst>
                <a:path w="739717" h="543720">
                  <a:moveTo>
                    <a:pt x="50520" y="0"/>
                  </a:moveTo>
                  <a:lnTo>
                    <a:pt x="469202" y="0"/>
                  </a:lnTo>
                  <a:cubicBezTo>
                    <a:pt x="532665" y="0"/>
                    <a:pt x="592410" y="29934"/>
                    <a:pt x="630405" y="80766"/>
                  </a:cubicBezTo>
                  <a:lnTo>
                    <a:pt x="712868" y="191094"/>
                  </a:lnTo>
                  <a:cubicBezTo>
                    <a:pt x="748666" y="238988"/>
                    <a:pt x="748666" y="304732"/>
                    <a:pt x="712868" y="352627"/>
                  </a:cubicBezTo>
                  <a:lnTo>
                    <a:pt x="630405" y="462954"/>
                  </a:lnTo>
                  <a:cubicBezTo>
                    <a:pt x="592410" y="513787"/>
                    <a:pt x="532665" y="543720"/>
                    <a:pt x="469202" y="543720"/>
                  </a:cubicBezTo>
                  <a:lnTo>
                    <a:pt x="50520" y="543720"/>
                  </a:lnTo>
                  <a:cubicBezTo>
                    <a:pt x="31399" y="543720"/>
                    <a:pt x="13917" y="532926"/>
                    <a:pt x="5352" y="515830"/>
                  </a:cubicBezTo>
                  <a:cubicBezTo>
                    <a:pt x="-3213" y="498735"/>
                    <a:pt x="-1393" y="478269"/>
                    <a:pt x="10054" y="462954"/>
                  </a:cubicBezTo>
                  <a:lnTo>
                    <a:pt x="92518" y="352627"/>
                  </a:lnTo>
                  <a:cubicBezTo>
                    <a:pt x="128316" y="304732"/>
                    <a:pt x="128316" y="238988"/>
                    <a:pt x="92518" y="191094"/>
                  </a:cubicBezTo>
                  <a:lnTo>
                    <a:pt x="10054" y="80766"/>
                  </a:lnTo>
                  <a:cubicBezTo>
                    <a:pt x="-1393" y="65451"/>
                    <a:pt x="-3213" y="44985"/>
                    <a:pt x="5352" y="27890"/>
                  </a:cubicBezTo>
                  <a:cubicBezTo>
                    <a:pt x="13917" y="10795"/>
                    <a:pt x="31399" y="0"/>
                    <a:pt x="50520" y="0"/>
                  </a:cubicBez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65222" y="8446467"/>
            <a:ext cx="6517780" cy="846397"/>
            <a:chOff x="0" y="0"/>
            <a:chExt cx="1716617" cy="222919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716617" cy="222919"/>
            </a:xfrm>
            <a:custGeom>
              <a:avLst/>
              <a:gdLst/>
              <a:ahLst/>
              <a:cxnLst/>
              <a:rect l="l" t="t" r="r" b="b"/>
              <a:pathLst>
                <a:path w="1716617" h="222919">
                  <a:moveTo>
                    <a:pt x="19005" y="0"/>
                  </a:moveTo>
                  <a:lnTo>
                    <a:pt x="1697612" y="0"/>
                  </a:lnTo>
                  <a:cubicBezTo>
                    <a:pt x="1708108" y="0"/>
                    <a:pt x="1716617" y="8509"/>
                    <a:pt x="1716617" y="19005"/>
                  </a:cubicBezTo>
                  <a:lnTo>
                    <a:pt x="1716617" y="203914"/>
                  </a:lnTo>
                  <a:cubicBezTo>
                    <a:pt x="1716617" y="214411"/>
                    <a:pt x="1708108" y="222919"/>
                    <a:pt x="1697612" y="222919"/>
                  </a:cubicBezTo>
                  <a:lnTo>
                    <a:pt x="19005" y="222919"/>
                  </a:lnTo>
                  <a:cubicBezTo>
                    <a:pt x="8509" y="222919"/>
                    <a:pt x="0" y="214411"/>
                    <a:pt x="0" y="203914"/>
                  </a:cubicBezTo>
                  <a:lnTo>
                    <a:pt x="0" y="19005"/>
                  </a:lnTo>
                  <a:cubicBezTo>
                    <a:pt x="0" y="8509"/>
                    <a:pt x="8509" y="0"/>
                    <a:pt x="19005" y="0"/>
                  </a:cubicBezTo>
                  <a:close/>
                </a:path>
              </a:pathLst>
            </a:custGeom>
            <a:solidFill>
              <a:srgbClr val="153F66"/>
            </a:solidFill>
            <a:ln cap="sq">
              <a:noFill/>
              <a:prstDash val="solid"/>
              <a:miter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0" y="-47625"/>
              <a:ext cx="1716617" cy="27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455134" y="8526264"/>
            <a:ext cx="921345" cy="608286"/>
            <a:chOff x="0" y="0"/>
            <a:chExt cx="823551" cy="543720"/>
          </a:xfrm>
        </p:grpSpPr>
        <p:sp>
          <p:nvSpPr>
            <p:cNvPr id="100" name="Freeform 100"/>
            <p:cNvSpPr/>
            <p:nvPr/>
          </p:nvSpPr>
          <p:spPr>
            <a:xfrm>
              <a:off x="50314" y="0"/>
              <a:ext cx="739717" cy="543720"/>
            </a:xfrm>
            <a:custGeom>
              <a:avLst/>
              <a:gdLst/>
              <a:ahLst/>
              <a:cxnLst/>
              <a:rect l="l" t="t" r="r" b="b"/>
              <a:pathLst>
                <a:path w="739717" h="543720">
                  <a:moveTo>
                    <a:pt x="50520" y="0"/>
                  </a:moveTo>
                  <a:lnTo>
                    <a:pt x="469202" y="0"/>
                  </a:lnTo>
                  <a:cubicBezTo>
                    <a:pt x="532665" y="0"/>
                    <a:pt x="592410" y="29934"/>
                    <a:pt x="630405" y="80766"/>
                  </a:cubicBezTo>
                  <a:lnTo>
                    <a:pt x="712868" y="191094"/>
                  </a:lnTo>
                  <a:cubicBezTo>
                    <a:pt x="748666" y="238988"/>
                    <a:pt x="748666" y="304732"/>
                    <a:pt x="712868" y="352627"/>
                  </a:cubicBezTo>
                  <a:lnTo>
                    <a:pt x="630405" y="462954"/>
                  </a:lnTo>
                  <a:cubicBezTo>
                    <a:pt x="592410" y="513787"/>
                    <a:pt x="532665" y="543720"/>
                    <a:pt x="469202" y="543720"/>
                  </a:cubicBezTo>
                  <a:lnTo>
                    <a:pt x="50520" y="543720"/>
                  </a:lnTo>
                  <a:cubicBezTo>
                    <a:pt x="31399" y="543720"/>
                    <a:pt x="13917" y="532926"/>
                    <a:pt x="5352" y="515830"/>
                  </a:cubicBezTo>
                  <a:cubicBezTo>
                    <a:pt x="-3213" y="498735"/>
                    <a:pt x="-1393" y="478269"/>
                    <a:pt x="10054" y="462954"/>
                  </a:cubicBezTo>
                  <a:lnTo>
                    <a:pt x="92518" y="352627"/>
                  </a:lnTo>
                  <a:cubicBezTo>
                    <a:pt x="128316" y="304732"/>
                    <a:pt x="128316" y="238988"/>
                    <a:pt x="92518" y="191094"/>
                  </a:cubicBezTo>
                  <a:lnTo>
                    <a:pt x="10054" y="80766"/>
                  </a:lnTo>
                  <a:cubicBezTo>
                    <a:pt x="-1393" y="65451"/>
                    <a:pt x="-3213" y="44985"/>
                    <a:pt x="5352" y="27890"/>
                  </a:cubicBezTo>
                  <a:cubicBezTo>
                    <a:pt x="13917" y="10795"/>
                    <a:pt x="31399" y="0"/>
                    <a:pt x="50520" y="0"/>
                  </a:cubicBez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id="101" name="TextBox 101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2" name="Freeform 102"/>
          <p:cNvSpPr/>
          <p:nvPr/>
        </p:nvSpPr>
        <p:spPr>
          <a:xfrm>
            <a:off x="9204070" y="8099137"/>
            <a:ext cx="353498" cy="403998"/>
          </a:xfrm>
          <a:custGeom>
            <a:avLst/>
            <a:gdLst/>
            <a:ahLst/>
            <a:cxnLst/>
            <a:rect l="l" t="t" r="r" b="b"/>
            <a:pathLst>
              <a:path w="353498" h="403998">
                <a:moveTo>
                  <a:pt x="0" y="0"/>
                </a:moveTo>
                <a:lnTo>
                  <a:pt x="353498" y="0"/>
                </a:lnTo>
                <a:lnTo>
                  <a:pt x="353498" y="403997"/>
                </a:lnTo>
                <a:lnTo>
                  <a:pt x="0" y="40399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grpSp>
        <p:nvGrpSpPr>
          <p:cNvPr id="103" name="Group 103"/>
          <p:cNvGrpSpPr/>
          <p:nvPr/>
        </p:nvGrpSpPr>
        <p:grpSpPr>
          <a:xfrm>
            <a:off x="5376865" y="2599439"/>
            <a:ext cx="2584399" cy="2051935"/>
            <a:chOff x="0" y="0"/>
            <a:chExt cx="758175" cy="601968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758175" cy="601968"/>
            </a:xfrm>
            <a:custGeom>
              <a:avLst/>
              <a:gdLst/>
              <a:ahLst/>
              <a:cxnLst/>
              <a:rect l="l" t="t" r="r" b="b"/>
              <a:pathLst>
                <a:path w="758175" h="601968">
                  <a:moveTo>
                    <a:pt x="104847" y="0"/>
                  </a:moveTo>
                  <a:lnTo>
                    <a:pt x="653328" y="0"/>
                  </a:lnTo>
                  <a:cubicBezTo>
                    <a:pt x="681135" y="0"/>
                    <a:pt x="707803" y="11046"/>
                    <a:pt x="727466" y="30709"/>
                  </a:cubicBezTo>
                  <a:cubicBezTo>
                    <a:pt x="747129" y="50372"/>
                    <a:pt x="758175" y="77040"/>
                    <a:pt x="758175" y="104847"/>
                  </a:cubicBezTo>
                  <a:lnTo>
                    <a:pt x="758175" y="497121"/>
                  </a:lnTo>
                  <a:cubicBezTo>
                    <a:pt x="758175" y="555027"/>
                    <a:pt x="711233" y="601968"/>
                    <a:pt x="653328" y="601968"/>
                  </a:cubicBezTo>
                  <a:lnTo>
                    <a:pt x="104847" y="601968"/>
                  </a:lnTo>
                  <a:cubicBezTo>
                    <a:pt x="77040" y="601968"/>
                    <a:pt x="50372" y="590922"/>
                    <a:pt x="30709" y="571259"/>
                  </a:cubicBezTo>
                  <a:cubicBezTo>
                    <a:pt x="11046" y="551597"/>
                    <a:pt x="0" y="524928"/>
                    <a:pt x="0" y="497121"/>
                  </a:cubicBezTo>
                  <a:lnTo>
                    <a:pt x="0" y="104847"/>
                  </a:lnTo>
                  <a:cubicBezTo>
                    <a:pt x="0" y="46942"/>
                    <a:pt x="46942" y="0"/>
                    <a:pt x="104847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id="105" name="TextBox 105"/>
            <p:cNvSpPr txBox="1"/>
            <p:nvPr/>
          </p:nvSpPr>
          <p:spPr>
            <a:xfrm>
              <a:off x="0" y="28575"/>
              <a:ext cx="758175" cy="573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0"/>
                </a:lnSpc>
              </a:pPr>
              <a:endParaRPr/>
            </a:p>
          </p:txBody>
        </p:sp>
      </p:grpSp>
      <p:sp>
        <p:nvSpPr>
          <p:cNvPr id="106" name="Freeform 106"/>
          <p:cNvSpPr/>
          <p:nvPr/>
        </p:nvSpPr>
        <p:spPr>
          <a:xfrm>
            <a:off x="5376865" y="2271885"/>
            <a:ext cx="2584399" cy="655108"/>
          </a:xfrm>
          <a:custGeom>
            <a:avLst/>
            <a:gdLst/>
            <a:ahLst/>
            <a:cxnLst/>
            <a:rect l="l" t="t" r="r" b="b"/>
            <a:pathLst>
              <a:path w="2584399" h="655108">
                <a:moveTo>
                  <a:pt x="0" y="0"/>
                </a:moveTo>
                <a:lnTo>
                  <a:pt x="2584398" y="0"/>
                </a:lnTo>
                <a:lnTo>
                  <a:pt x="2584398" y="655108"/>
                </a:lnTo>
                <a:lnTo>
                  <a:pt x="0" y="65510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r="-313854"/>
            </a:stretch>
          </a:blipFill>
        </p:spPr>
      </p:sp>
      <p:grpSp>
        <p:nvGrpSpPr>
          <p:cNvPr id="107" name="Group 107"/>
          <p:cNvGrpSpPr/>
          <p:nvPr/>
        </p:nvGrpSpPr>
        <p:grpSpPr>
          <a:xfrm>
            <a:off x="2756041" y="2610667"/>
            <a:ext cx="2489413" cy="2066108"/>
            <a:chOff x="0" y="0"/>
            <a:chExt cx="758175" cy="629253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758175" cy="629253"/>
            </a:xfrm>
            <a:custGeom>
              <a:avLst/>
              <a:gdLst/>
              <a:ahLst/>
              <a:cxnLst/>
              <a:rect l="l" t="t" r="r" b="b"/>
              <a:pathLst>
                <a:path w="758175" h="629253">
                  <a:moveTo>
                    <a:pt x="108848" y="0"/>
                  </a:moveTo>
                  <a:lnTo>
                    <a:pt x="649327" y="0"/>
                  </a:lnTo>
                  <a:cubicBezTo>
                    <a:pt x="678195" y="0"/>
                    <a:pt x="705881" y="11468"/>
                    <a:pt x="726294" y="31881"/>
                  </a:cubicBezTo>
                  <a:cubicBezTo>
                    <a:pt x="746707" y="52294"/>
                    <a:pt x="758175" y="79980"/>
                    <a:pt x="758175" y="108848"/>
                  </a:cubicBezTo>
                  <a:lnTo>
                    <a:pt x="758175" y="520405"/>
                  </a:lnTo>
                  <a:cubicBezTo>
                    <a:pt x="758175" y="580521"/>
                    <a:pt x="709442" y="629253"/>
                    <a:pt x="649327" y="629253"/>
                  </a:cubicBezTo>
                  <a:lnTo>
                    <a:pt x="108848" y="629253"/>
                  </a:lnTo>
                  <a:cubicBezTo>
                    <a:pt x="48733" y="629253"/>
                    <a:pt x="0" y="580521"/>
                    <a:pt x="0" y="520405"/>
                  </a:cubicBezTo>
                  <a:lnTo>
                    <a:pt x="0" y="108848"/>
                  </a:lnTo>
                  <a:cubicBezTo>
                    <a:pt x="0" y="48733"/>
                    <a:pt x="48733" y="0"/>
                    <a:pt x="10884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id="109" name="TextBox 109"/>
            <p:cNvSpPr txBox="1"/>
            <p:nvPr/>
          </p:nvSpPr>
          <p:spPr>
            <a:xfrm>
              <a:off x="0" y="28575"/>
              <a:ext cx="758175" cy="600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0"/>
                </a:lnSpc>
              </a:pPr>
              <a:endParaRPr/>
            </a:p>
          </p:txBody>
        </p:sp>
      </p:grpSp>
      <p:sp>
        <p:nvSpPr>
          <p:cNvPr id="110" name="Freeform 110"/>
          <p:cNvSpPr/>
          <p:nvPr/>
        </p:nvSpPr>
        <p:spPr>
          <a:xfrm>
            <a:off x="2756041" y="2295152"/>
            <a:ext cx="2489413" cy="631031"/>
          </a:xfrm>
          <a:custGeom>
            <a:avLst/>
            <a:gdLst/>
            <a:ahLst/>
            <a:cxnLst/>
            <a:rect l="l" t="t" r="r" b="b"/>
            <a:pathLst>
              <a:path w="2489413" h="631031">
                <a:moveTo>
                  <a:pt x="0" y="0"/>
                </a:moveTo>
                <a:lnTo>
                  <a:pt x="2489413" y="0"/>
                </a:lnTo>
                <a:lnTo>
                  <a:pt x="2489413" y="631031"/>
                </a:lnTo>
                <a:lnTo>
                  <a:pt x="0" y="631031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r="-313854"/>
            </a:stretch>
          </a:blipFill>
        </p:spPr>
      </p:sp>
      <p:grpSp>
        <p:nvGrpSpPr>
          <p:cNvPr id="111" name="Group 111"/>
          <p:cNvGrpSpPr/>
          <p:nvPr/>
        </p:nvGrpSpPr>
        <p:grpSpPr>
          <a:xfrm>
            <a:off x="132352" y="2587253"/>
            <a:ext cx="2488253" cy="2064121"/>
            <a:chOff x="0" y="0"/>
            <a:chExt cx="758175" cy="628942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758175" cy="628942"/>
            </a:xfrm>
            <a:custGeom>
              <a:avLst/>
              <a:gdLst/>
              <a:ahLst/>
              <a:cxnLst/>
              <a:rect l="l" t="t" r="r" b="b"/>
              <a:pathLst>
                <a:path w="758175" h="628942">
                  <a:moveTo>
                    <a:pt x="108899" y="0"/>
                  </a:moveTo>
                  <a:lnTo>
                    <a:pt x="649277" y="0"/>
                  </a:lnTo>
                  <a:cubicBezTo>
                    <a:pt x="678158" y="0"/>
                    <a:pt x="705857" y="11473"/>
                    <a:pt x="726279" y="31896"/>
                  </a:cubicBezTo>
                  <a:cubicBezTo>
                    <a:pt x="746702" y="52318"/>
                    <a:pt x="758175" y="80017"/>
                    <a:pt x="758175" y="108899"/>
                  </a:cubicBezTo>
                  <a:lnTo>
                    <a:pt x="758175" y="520043"/>
                  </a:lnTo>
                  <a:cubicBezTo>
                    <a:pt x="758175" y="580186"/>
                    <a:pt x="709420" y="628942"/>
                    <a:pt x="649277" y="628942"/>
                  </a:cubicBezTo>
                  <a:lnTo>
                    <a:pt x="108899" y="628942"/>
                  </a:lnTo>
                  <a:cubicBezTo>
                    <a:pt x="80017" y="628942"/>
                    <a:pt x="52318" y="617468"/>
                    <a:pt x="31896" y="597046"/>
                  </a:cubicBezTo>
                  <a:cubicBezTo>
                    <a:pt x="11473" y="576623"/>
                    <a:pt x="0" y="548925"/>
                    <a:pt x="0" y="520043"/>
                  </a:cubicBezTo>
                  <a:lnTo>
                    <a:pt x="0" y="108899"/>
                  </a:lnTo>
                  <a:cubicBezTo>
                    <a:pt x="0" y="48756"/>
                    <a:pt x="48756" y="0"/>
                    <a:pt x="108899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id="113" name="TextBox 113"/>
            <p:cNvSpPr txBox="1"/>
            <p:nvPr/>
          </p:nvSpPr>
          <p:spPr>
            <a:xfrm>
              <a:off x="0" y="28575"/>
              <a:ext cx="758175" cy="600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0"/>
                </a:lnSpc>
              </a:pPr>
              <a:endParaRPr/>
            </a:p>
          </p:txBody>
        </p:sp>
      </p:grpSp>
      <p:sp>
        <p:nvSpPr>
          <p:cNvPr id="114" name="Freeform 114"/>
          <p:cNvSpPr/>
          <p:nvPr/>
        </p:nvSpPr>
        <p:spPr>
          <a:xfrm>
            <a:off x="132352" y="2271885"/>
            <a:ext cx="2488253" cy="630736"/>
          </a:xfrm>
          <a:custGeom>
            <a:avLst/>
            <a:gdLst/>
            <a:ahLst/>
            <a:cxnLst/>
            <a:rect l="l" t="t" r="r" b="b"/>
            <a:pathLst>
              <a:path w="2488253" h="630736">
                <a:moveTo>
                  <a:pt x="0" y="0"/>
                </a:moveTo>
                <a:lnTo>
                  <a:pt x="2488252" y="0"/>
                </a:lnTo>
                <a:lnTo>
                  <a:pt x="2488252" y="630737"/>
                </a:lnTo>
                <a:lnTo>
                  <a:pt x="0" y="630737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r="-313854"/>
            </a:stretch>
          </a:blipFill>
        </p:spPr>
      </p:sp>
      <p:sp>
        <p:nvSpPr>
          <p:cNvPr id="115" name="Freeform 115"/>
          <p:cNvSpPr/>
          <p:nvPr/>
        </p:nvSpPr>
        <p:spPr>
          <a:xfrm>
            <a:off x="204976" y="2390311"/>
            <a:ext cx="500316" cy="393885"/>
          </a:xfrm>
          <a:custGeom>
            <a:avLst/>
            <a:gdLst/>
            <a:ahLst/>
            <a:cxnLst/>
            <a:rect l="l" t="t" r="r" b="b"/>
            <a:pathLst>
              <a:path w="500316" h="393885">
                <a:moveTo>
                  <a:pt x="0" y="0"/>
                </a:moveTo>
                <a:lnTo>
                  <a:pt x="500315" y="0"/>
                </a:lnTo>
                <a:lnTo>
                  <a:pt x="500315" y="393885"/>
                </a:lnTo>
                <a:lnTo>
                  <a:pt x="0" y="39388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116" name="Freeform 116"/>
          <p:cNvSpPr/>
          <p:nvPr/>
        </p:nvSpPr>
        <p:spPr>
          <a:xfrm>
            <a:off x="2944454" y="2379073"/>
            <a:ext cx="270757" cy="397110"/>
          </a:xfrm>
          <a:custGeom>
            <a:avLst/>
            <a:gdLst/>
            <a:ahLst/>
            <a:cxnLst/>
            <a:rect l="l" t="t" r="r" b="b"/>
            <a:pathLst>
              <a:path w="270757" h="397110">
                <a:moveTo>
                  <a:pt x="0" y="0"/>
                </a:moveTo>
                <a:lnTo>
                  <a:pt x="270758" y="0"/>
                </a:lnTo>
                <a:lnTo>
                  <a:pt x="270758" y="397111"/>
                </a:lnTo>
                <a:lnTo>
                  <a:pt x="0" y="397111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</p:spPr>
      </p:sp>
      <p:sp>
        <p:nvSpPr>
          <p:cNvPr id="117" name="Freeform 117"/>
          <p:cNvSpPr/>
          <p:nvPr/>
        </p:nvSpPr>
        <p:spPr>
          <a:xfrm>
            <a:off x="5498072" y="2360403"/>
            <a:ext cx="445009" cy="445009"/>
          </a:xfrm>
          <a:custGeom>
            <a:avLst/>
            <a:gdLst/>
            <a:ahLst/>
            <a:cxnLst/>
            <a:rect l="l" t="t" r="r" b="b"/>
            <a:pathLst>
              <a:path w="445009" h="445009">
                <a:moveTo>
                  <a:pt x="0" y="0"/>
                </a:moveTo>
                <a:lnTo>
                  <a:pt x="445010" y="0"/>
                </a:lnTo>
                <a:lnTo>
                  <a:pt x="445010" y="445009"/>
                </a:lnTo>
                <a:lnTo>
                  <a:pt x="0" y="445009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</p:spPr>
      </p:sp>
      <p:sp>
        <p:nvSpPr>
          <p:cNvPr id="118" name="TextBox 118"/>
          <p:cNvSpPr txBox="1"/>
          <p:nvPr/>
        </p:nvSpPr>
        <p:spPr>
          <a:xfrm>
            <a:off x="2642833" y="1248454"/>
            <a:ext cx="2676029" cy="428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05"/>
              </a:lnSpc>
              <a:spcBef>
                <a:spcPct val="0"/>
              </a:spcBef>
            </a:pPr>
            <a:r>
              <a:rPr lang="en-US" sz="1220" dirty="0">
                <a:latin typeface="TT Fors" panose="020B0604020202020204" charset="0"/>
              </a:rPr>
              <a:t>Using modern technologies to build reliable and scalable software.</a:t>
            </a:r>
            <a:endParaRPr lang="en-US" sz="1220" dirty="0">
              <a:solidFill>
                <a:srgbClr val="000000"/>
              </a:solidFill>
              <a:latin typeface="TT Fors" panose="020B0604020202020204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119" name="TextBox 119"/>
          <p:cNvSpPr txBox="1"/>
          <p:nvPr/>
        </p:nvSpPr>
        <p:spPr>
          <a:xfrm>
            <a:off x="2642834" y="767165"/>
            <a:ext cx="2983790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Skills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00912" y="9709139"/>
            <a:ext cx="6687186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7161C"/>
                </a:solidFill>
                <a:latin typeface="Canva Sans"/>
                <a:ea typeface="Canva Sans"/>
                <a:cs typeface="Canva Sans"/>
                <a:sym typeface="Canva Sans"/>
              </a:rPr>
              <a:t>28/01/2026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7394851" y="9709139"/>
            <a:ext cx="344198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7161C"/>
                </a:solidFill>
                <a:latin typeface="Canva Sans"/>
                <a:ea typeface="Canva Sans"/>
                <a:cs typeface="Canva Sans"/>
                <a:sym typeface="Canva Sans"/>
              </a:rPr>
              <a:t>02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613068" y="5821831"/>
            <a:ext cx="2632385" cy="433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05"/>
              </a:lnSpc>
              <a:spcBef>
                <a:spcPct val="0"/>
              </a:spcBef>
            </a:pPr>
            <a:r>
              <a:rPr lang="en-US" sz="1400" dirty="0"/>
              <a:t>Developing real-world applications that solve practical problems.</a:t>
            </a:r>
            <a:endParaRPr lang="en-US" sz="1218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23" name="TextBox 123"/>
          <p:cNvSpPr txBox="1"/>
          <p:nvPr/>
        </p:nvSpPr>
        <p:spPr>
          <a:xfrm>
            <a:off x="2591216" y="5297108"/>
            <a:ext cx="2983790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Projects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2214379" y="1238659"/>
            <a:ext cx="2629857" cy="653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05"/>
              </a:lnSpc>
              <a:spcBef>
                <a:spcPct val="0"/>
              </a:spcBef>
            </a:pPr>
            <a:r>
              <a:rPr lang="en-US" sz="1220" dirty="0">
                <a:latin typeface="TT Fors" panose="020B0604020202020204" charset="0"/>
              </a:rPr>
              <a:t>Strengthening problem-solving and teamwork through competitive environments.</a:t>
            </a:r>
            <a:endParaRPr lang="en-US" sz="1220" dirty="0">
              <a:solidFill>
                <a:srgbClr val="000000"/>
              </a:solidFill>
              <a:latin typeface="TT Fors" panose="020B0604020202020204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125" name="TextBox 125"/>
          <p:cNvSpPr txBox="1"/>
          <p:nvPr/>
        </p:nvSpPr>
        <p:spPr>
          <a:xfrm>
            <a:off x="12210170" y="694425"/>
            <a:ext cx="2983790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Competitions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2217992" y="7135718"/>
            <a:ext cx="3100495" cy="646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05"/>
              </a:lnSpc>
              <a:spcBef>
                <a:spcPct val="0"/>
              </a:spcBef>
            </a:pPr>
            <a:r>
              <a:rPr lang="en-US" sz="1220" dirty="0">
                <a:latin typeface="TT Fors" panose="020B0604020202020204" charset="0"/>
              </a:rPr>
              <a:t>Delivering real client projects </a:t>
            </a:r>
          </a:p>
          <a:p>
            <a:pPr>
              <a:lnSpc>
                <a:spcPts val="1705"/>
              </a:lnSpc>
              <a:spcBef>
                <a:spcPct val="0"/>
              </a:spcBef>
            </a:pPr>
            <a:r>
              <a:rPr lang="en-US" sz="1220" dirty="0">
                <a:latin typeface="TT Fors" panose="020B0604020202020204" charset="0"/>
              </a:rPr>
              <a:t>in professional software </a:t>
            </a:r>
          </a:p>
          <a:p>
            <a:pPr>
              <a:lnSpc>
                <a:spcPts val="1705"/>
              </a:lnSpc>
              <a:spcBef>
                <a:spcPct val="0"/>
              </a:spcBef>
            </a:pPr>
            <a:r>
              <a:rPr lang="en-US" sz="1220" dirty="0">
                <a:latin typeface="TT Fors" panose="020B0604020202020204" charset="0"/>
              </a:rPr>
              <a:t>environments.</a:t>
            </a:r>
            <a:endParaRPr lang="en-US" sz="1220" dirty="0">
              <a:solidFill>
                <a:srgbClr val="000000"/>
              </a:solidFill>
              <a:latin typeface="TT Fors" panose="020B0604020202020204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127" name="TextBox 127"/>
          <p:cNvSpPr txBox="1"/>
          <p:nvPr/>
        </p:nvSpPr>
        <p:spPr>
          <a:xfrm>
            <a:off x="12189499" y="6649845"/>
            <a:ext cx="2983790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Experiences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8551813" y="2301781"/>
            <a:ext cx="375059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Datathon</a:t>
            </a:r>
            <a:endParaRPr lang="en-US" sz="21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9" name="TextBox 129"/>
          <p:cNvSpPr txBox="1"/>
          <p:nvPr/>
        </p:nvSpPr>
        <p:spPr>
          <a:xfrm>
            <a:off x="14113020" y="2300980"/>
            <a:ext cx="375059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Hackathon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5139403" y="3075794"/>
            <a:ext cx="2220855" cy="23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8"/>
              </a:lnSpc>
            </a:pPr>
            <a:r>
              <a:rPr lang="en-US" sz="1550" b="1" dirty="0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 AI Hackathon-2025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0017463" y="3092173"/>
            <a:ext cx="2740333" cy="23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8"/>
              </a:lnSpc>
            </a:pPr>
            <a:r>
              <a:rPr lang="en-US" sz="1550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Finalist CUET CSE Fest-2025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5191223" y="3887699"/>
            <a:ext cx="2117216" cy="23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8"/>
              </a:lnSpc>
            </a:pPr>
            <a:r>
              <a:rPr lang="en-US" sz="1550" b="1" dirty="0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BUET CSE Fest-2026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0032613" y="3949909"/>
            <a:ext cx="2527780" cy="23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8"/>
              </a:lnSpc>
            </a:pPr>
            <a:r>
              <a:rPr lang="en-US" sz="1550" b="1" dirty="0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Finalist KU CSE Fest-2024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0032613" y="4701698"/>
            <a:ext cx="2652261" cy="23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8"/>
              </a:lnSpc>
            </a:pPr>
            <a:r>
              <a:rPr lang="en-US" sz="1550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Finalist Bit Fest-2025, KUET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9770331" y="5435856"/>
            <a:ext cx="284229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Codeforces : </a:t>
            </a:r>
            <a:r>
              <a:rPr lang="en-US" sz="1899" b="1">
                <a:solidFill>
                  <a:srgbClr val="052A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1140</a:t>
            </a:r>
            <a:r>
              <a:rPr lang="en-US" sz="1899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1899" b="1">
                <a:solidFill>
                  <a:srgbClr val="052A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</a:t>
            </a:r>
            <a:r>
              <a:rPr lang="en-US" sz="1899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9766948" y="5826381"/>
            <a:ext cx="554626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52A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250+ </a:t>
            </a:r>
            <a:r>
              <a:rPr lang="en-US" sz="1899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problems solved (Codeforces , LeetCode)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569415" y="6762278"/>
            <a:ext cx="530390" cy="38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174"/>
              </a:lnSpc>
              <a:spcBef>
                <a:spcPct val="0"/>
              </a:spcBef>
            </a:pPr>
            <a:r>
              <a:rPr lang="en-US" sz="2267" b="1" u="none" strike="noStrike" spc="9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1328085" y="6640780"/>
            <a:ext cx="418581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Housely (Mobile app)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1328085" y="6999610"/>
            <a:ext cx="6041527" cy="236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9"/>
              </a:lnSpc>
            </a:pPr>
            <a:r>
              <a:rPr lang="en-US" sz="1299">
                <a:solidFill>
                  <a:srgbClr val="FCFDFE"/>
                </a:solidFill>
                <a:latin typeface="Canva Sans"/>
                <a:ea typeface="Canva Sans"/>
                <a:cs typeface="Canva Sans"/>
                <a:sym typeface="Canva Sans"/>
              </a:rPr>
              <a:t>Housely is a mobile app that helps people find rental houses easily.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593612" y="7685970"/>
            <a:ext cx="530390" cy="38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174"/>
              </a:lnSpc>
              <a:spcBef>
                <a:spcPct val="0"/>
              </a:spcBef>
            </a:pPr>
            <a:r>
              <a:rPr lang="en-US" sz="2267" b="1" spc="95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1352281" y="7564472"/>
            <a:ext cx="418581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Clicon (Web app)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352281" y="7923302"/>
            <a:ext cx="6041527" cy="236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9"/>
              </a:lnSpc>
            </a:pPr>
            <a:r>
              <a:rPr lang="en-US" sz="1299">
                <a:solidFill>
                  <a:srgbClr val="FCFDFE"/>
                </a:solidFill>
                <a:latin typeface="Canva Sans"/>
                <a:ea typeface="Canva Sans"/>
                <a:cs typeface="Canva Sans"/>
                <a:sym typeface="Canva Sans"/>
              </a:rPr>
              <a:t>Clicon is an online shopping website for electronic gadgets.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617809" y="8609662"/>
            <a:ext cx="530390" cy="38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174"/>
              </a:lnSpc>
              <a:spcBef>
                <a:spcPct val="0"/>
              </a:spcBef>
            </a:pPr>
            <a:r>
              <a:rPr lang="en-US" sz="2267" b="1" spc="9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376478" y="8488164"/>
            <a:ext cx="418581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Prescripto (Web app)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1376478" y="8846994"/>
            <a:ext cx="6041527" cy="236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9"/>
              </a:lnSpc>
            </a:pPr>
            <a:r>
              <a:rPr lang="en-US" sz="1299">
                <a:solidFill>
                  <a:srgbClr val="FCFDFE"/>
                </a:solidFill>
                <a:latin typeface="Canva Sans"/>
                <a:ea typeface="Canva Sans"/>
                <a:cs typeface="Canva Sans"/>
                <a:sym typeface="Canva Sans"/>
              </a:rPr>
              <a:t>Prescripto is a system for patients to book doctor appointments online.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9755119" y="8017735"/>
            <a:ext cx="5546269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 dirty="0">
                <a:solidFill>
                  <a:srgbClr val="052A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Software Developer</a:t>
            </a:r>
          </a:p>
          <a:p>
            <a:pPr algn="l">
              <a:lnSpc>
                <a:spcPts val="2240"/>
              </a:lnSpc>
            </a:pPr>
            <a:r>
              <a:rPr lang="en-US" sz="1600" dirty="0" err="1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AlgoSoft</a:t>
            </a:r>
            <a:r>
              <a:rPr lang="en-US" sz="1600" dirty="0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 Technologies Limited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Duration: </a:t>
            </a:r>
            <a:r>
              <a:rPr lang="en-US" sz="1600" b="1" dirty="0">
                <a:solidFill>
                  <a:srgbClr val="052A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 Months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6377048" y="2479107"/>
            <a:ext cx="1226021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1">
                <a:solidFill>
                  <a:srgbClr val="F4F8FF"/>
                </a:solidFill>
                <a:latin typeface="Gotham Bold"/>
                <a:ea typeface="Gotham Bold"/>
                <a:cs typeface="Gotham Bold"/>
                <a:sym typeface="Gotham Bold"/>
              </a:rPr>
              <a:t>Database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3719464" y="2490335"/>
            <a:ext cx="1350260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1">
                <a:solidFill>
                  <a:srgbClr val="FDFDFD"/>
                </a:solidFill>
                <a:latin typeface="Gotham Bold"/>
                <a:ea typeface="Gotham Bold"/>
                <a:cs typeface="Gotham Bold"/>
                <a:sym typeface="Gotham Bold"/>
              </a:rPr>
              <a:t>Backend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028700" y="2466921"/>
            <a:ext cx="120689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1">
                <a:solidFill>
                  <a:srgbClr val="FCFD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162332" y="2870029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Nextjs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162332" y="3161219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Reactjs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62332" y="3428829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React-Native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162332" y="3697817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TailwindCSS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62332" y="3959054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PHP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2895828" y="2907133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Fastify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2895828" y="3198323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Nodejs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2895828" y="3465933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FastAPI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2895828" y="3734921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Rest API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2895828" y="3996158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Laravel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5498072" y="2891561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MongoDB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5498072" y="3182752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MySQL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5498072" y="3450362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PostgreSQL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5498072" y="3719350"/>
            <a:ext cx="22098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21E47"/>
                </a:solidFill>
                <a:latin typeface="Canva Sans"/>
                <a:ea typeface="Canva Sans"/>
                <a:cs typeface="Canva Sans"/>
                <a:sym typeface="Canva Sans"/>
              </a:rPr>
              <a:t>Firebase</a:t>
            </a:r>
          </a:p>
        </p:txBody>
      </p:sp>
      <p:sp>
        <p:nvSpPr>
          <p:cNvPr id="164" name="AutoShape 164"/>
          <p:cNvSpPr/>
          <p:nvPr/>
        </p:nvSpPr>
        <p:spPr>
          <a:xfrm flipH="1">
            <a:off x="9204030" y="6522123"/>
            <a:ext cx="8229600" cy="0"/>
          </a:xfrm>
          <a:prstGeom prst="line">
            <a:avLst/>
          </a:prstGeom>
          <a:ln w="19050" cap="rnd">
            <a:solidFill>
              <a:srgbClr val="174876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65" name="AutoShape 165"/>
          <p:cNvSpPr/>
          <p:nvPr/>
        </p:nvSpPr>
        <p:spPr>
          <a:xfrm flipH="1">
            <a:off x="200912" y="5133975"/>
            <a:ext cx="8229600" cy="0"/>
          </a:xfrm>
          <a:prstGeom prst="line">
            <a:avLst/>
          </a:prstGeom>
          <a:ln w="19050" cap="rnd">
            <a:solidFill>
              <a:srgbClr val="174876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8" name="Freeform 102">
            <a:extLst>
              <a:ext uri="{FF2B5EF4-FFF2-40B4-BE49-F238E27FC236}">
                <a16:creationId xmlns:a16="http://schemas.microsoft.com/office/drawing/2014/main" id="{22A06A31-D790-24BF-2223-C938E245BC45}"/>
              </a:ext>
            </a:extLst>
          </p:cNvPr>
          <p:cNvSpPr/>
          <p:nvPr/>
        </p:nvSpPr>
        <p:spPr>
          <a:xfrm>
            <a:off x="9204070" y="9015824"/>
            <a:ext cx="353498" cy="403998"/>
          </a:xfrm>
          <a:custGeom>
            <a:avLst/>
            <a:gdLst/>
            <a:ahLst/>
            <a:cxnLst/>
            <a:rect l="l" t="t" r="r" b="b"/>
            <a:pathLst>
              <a:path w="353498" h="403998">
                <a:moveTo>
                  <a:pt x="0" y="0"/>
                </a:moveTo>
                <a:lnTo>
                  <a:pt x="353498" y="0"/>
                </a:lnTo>
                <a:lnTo>
                  <a:pt x="353498" y="403997"/>
                </a:lnTo>
                <a:lnTo>
                  <a:pt x="0" y="40399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69" name="TextBox 146">
            <a:extLst>
              <a:ext uri="{FF2B5EF4-FFF2-40B4-BE49-F238E27FC236}">
                <a16:creationId xmlns:a16="http://schemas.microsoft.com/office/drawing/2014/main" id="{B6CC11AB-5274-E970-8CF6-EF78ECE61B48}"/>
              </a:ext>
            </a:extLst>
          </p:cNvPr>
          <p:cNvSpPr txBox="1"/>
          <p:nvPr/>
        </p:nvSpPr>
        <p:spPr>
          <a:xfrm>
            <a:off x="9755119" y="8934422"/>
            <a:ext cx="5546269" cy="89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 dirty="0">
                <a:solidFill>
                  <a:srgbClr val="052A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Co-Founder</a:t>
            </a:r>
          </a:p>
          <a:p>
            <a:pPr algn="l">
              <a:lnSpc>
                <a:spcPts val="2240"/>
              </a:lnSpc>
            </a:pPr>
            <a:r>
              <a:rPr lang="en-US" sz="1600" dirty="0" err="1">
                <a:solidFill>
                  <a:srgbClr val="052A47"/>
                </a:solidFill>
                <a:latin typeface="Canva Sans"/>
                <a:ea typeface="Canva Sans"/>
                <a:cs typeface="Canva Sans"/>
                <a:sym typeface="Canva Sans"/>
              </a:rPr>
              <a:t>AlgoOasis</a:t>
            </a:r>
            <a:endParaRPr lang="en-US" sz="1600" dirty="0">
              <a:solidFill>
                <a:srgbClr val="052A4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240"/>
              </a:lnSpc>
            </a:pPr>
            <a:r>
              <a:rPr lang="en-US" sz="1600" b="1" dirty="0">
                <a:solidFill>
                  <a:srgbClr val="052A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Oct 2025 - Present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118" grpId="0"/>
      <p:bldP spid="119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6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264</Words>
  <Application>Microsoft Office PowerPoint</Application>
  <PresentationFormat>Custom</PresentationFormat>
  <Paragraphs>79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Gotham Bold</vt:lpstr>
      <vt:lpstr>Canva Sans</vt:lpstr>
      <vt:lpstr>Canva Sans Bold</vt:lpstr>
      <vt:lpstr>Poppins Bold</vt:lpstr>
      <vt:lpstr>Poppins</vt:lpstr>
      <vt:lpstr>Canva Sans Medium</vt:lpstr>
      <vt:lpstr>Montserrat Ultra-Bold</vt:lpstr>
      <vt:lpstr>Calibri</vt:lpstr>
      <vt:lpstr>TT Fors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PRESENTATION_20262</dc:title>
  <dc:creator>HP</dc:creator>
  <cp:lastModifiedBy>Jim Jim</cp:lastModifiedBy>
  <cp:revision>15</cp:revision>
  <dcterms:created xsi:type="dcterms:W3CDTF">2006-08-16T00:00:00Z</dcterms:created>
  <dcterms:modified xsi:type="dcterms:W3CDTF">2026-01-28T04:33:23Z</dcterms:modified>
  <dc:identifier>DAG_fkyY7CQ</dc:identifier>
</cp:coreProperties>
</file>